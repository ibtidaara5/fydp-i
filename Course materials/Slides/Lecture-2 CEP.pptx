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3460750" cx="4610100"/>
  <p:notesSz cx="9296400" cy="7010400"/>
  <p:embeddedFontLst>
    <p:embeddedFont>
      <p:font typeface="Tahoma"/>
      <p:regular r:id="rId54"/>
      <p:bold r:id="rId55"/>
    </p:embeddedFont>
    <p:embeddedFont>
      <p:font typeface="Helvetica Neue"/>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60" roundtripDataSignature="AMtx7mi6Mil8Lg/yw7bfTqC5uP5MC88V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9593B9-404E-4DE5-8A90-D1F26E607C3E}">
  <a:tblStyle styleId="{559593B9-404E-4DE5-8A90-D1F26E607C3E}"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customschemas.google.com/relationships/presentationmetadata" Target="meta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Tahoma-bold.fntdata"/><Relationship Id="rId10" Type="http://schemas.openxmlformats.org/officeDocument/2006/relationships/slide" Target="slides/slide4.xml"/><Relationship Id="rId54" Type="http://schemas.openxmlformats.org/officeDocument/2006/relationships/font" Target="fonts/Tahoma-regular.fntdata"/><Relationship Id="rId13" Type="http://schemas.openxmlformats.org/officeDocument/2006/relationships/slide" Target="slides/slide7.xml"/><Relationship Id="rId57" Type="http://schemas.openxmlformats.org/officeDocument/2006/relationships/font" Target="fonts/HelveticaNeue-bold.fntdata"/><Relationship Id="rId12" Type="http://schemas.openxmlformats.org/officeDocument/2006/relationships/slide" Target="slides/slide6.xml"/><Relationship Id="rId56" Type="http://schemas.openxmlformats.org/officeDocument/2006/relationships/font" Target="fonts/HelveticaNeue-regular.fntdata"/><Relationship Id="rId15" Type="http://schemas.openxmlformats.org/officeDocument/2006/relationships/slide" Target="slides/slide9.xml"/><Relationship Id="rId59" Type="http://schemas.openxmlformats.org/officeDocument/2006/relationships/font" Target="fonts/HelveticaNeue-boldItalic.fntdata"/><Relationship Id="rId14" Type="http://schemas.openxmlformats.org/officeDocument/2006/relationships/slide" Target="slides/slide8.xml"/><Relationship Id="rId58" Type="http://schemas.openxmlformats.org/officeDocument/2006/relationships/font" Target="fonts/HelveticaNeue-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4027160" cy="350521"/>
          </a:xfrm>
          <a:prstGeom prst="rect">
            <a:avLst/>
          </a:prstGeom>
          <a:noFill/>
          <a:ln>
            <a:noFill/>
          </a:ln>
        </p:spPr>
        <p:txBody>
          <a:bodyPr anchorCtr="0" anchor="t" bIns="92350" lIns="184725" spcFirstLastPara="1" rIns="184725" wrap="square" tIns="92350">
            <a:noAutofit/>
          </a:bodyPr>
          <a:lstStyle>
            <a:lvl1pPr lvl="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266041" y="0"/>
            <a:ext cx="4027160" cy="350521"/>
          </a:xfrm>
          <a:prstGeom prst="rect">
            <a:avLst/>
          </a:prstGeom>
          <a:noFill/>
          <a:ln>
            <a:noFill/>
          </a:ln>
        </p:spPr>
        <p:txBody>
          <a:bodyPr anchorCtr="0" anchor="t" bIns="92350" lIns="184725" spcFirstLastPara="1" rIns="184725" wrap="square" tIns="92350">
            <a:noAutofit/>
          </a:bodyPr>
          <a:lstStyle>
            <a:lvl1pPr lvl="0" marR="0" rtl="0" algn="r">
              <a:spcBef>
                <a:spcPts val="0"/>
              </a:spcBef>
              <a:spcAft>
                <a:spcPts val="0"/>
              </a:spcAft>
              <a:buSzPts val="1400"/>
              <a:buNone/>
              <a:defRPr b="0" i="0" sz="24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28360" y="3373354"/>
            <a:ext cx="7439681" cy="2762354"/>
          </a:xfrm>
          <a:prstGeom prst="rect">
            <a:avLst/>
          </a:prstGeom>
          <a:noFill/>
          <a:ln>
            <a:noFill/>
          </a:ln>
        </p:spPr>
        <p:txBody>
          <a:bodyPr anchorCtr="0" anchor="t" bIns="92350" lIns="184725" spcFirstLastPara="1" rIns="184725" wrap="square" tIns="9235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6659882"/>
            <a:ext cx="4027160" cy="350519"/>
          </a:xfrm>
          <a:prstGeom prst="rect">
            <a:avLst/>
          </a:prstGeom>
          <a:noFill/>
          <a:ln>
            <a:noFill/>
          </a:ln>
        </p:spPr>
        <p:txBody>
          <a:bodyPr anchorCtr="0" anchor="b" bIns="92350" lIns="184725" spcFirstLastPara="1" rIns="184725" wrap="square" tIns="92350">
            <a:noAutofit/>
          </a:bodyPr>
          <a:lstStyle>
            <a:lvl1pPr lvl="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266041" y="6659882"/>
            <a:ext cx="4027160" cy="350519"/>
          </a:xfrm>
          <a:prstGeom prst="rect">
            <a:avLst/>
          </a:prstGeom>
          <a:noFill/>
          <a:ln>
            <a:noFill/>
          </a:ln>
        </p:spPr>
        <p:txBody>
          <a:bodyPr anchorCtr="0" anchor="b" bIns="92350" lIns="184725" spcFirstLastPara="1" rIns="184725" wrap="square" tIns="92350">
            <a:noAutofit/>
          </a:bodyPr>
          <a:lstStyle/>
          <a:p>
            <a:pPr indent="0" lvl="0" marL="0" marR="0" rtl="0" algn="r">
              <a:spcBef>
                <a:spcPts val="0"/>
              </a:spcBef>
              <a:spcAft>
                <a:spcPts val="0"/>
              </a:spcAft>
              <a:buNone/>
            </a:pPr>
            <a:fld id="{00000000-1234-1234-1234-123412341234}" type="slidenum">
              <a:rPr b="0" i="0" lang="en-US" sz="2400" u="none" cap="none" strike="noStrike">
                <a:solidFill>
                  <a:schemeClr val="dk1"/>
                </a:solidFill>
                <a:latin typeface="Calibri"/>
                <a:ea typeface="Calibri"/>
                <a:cs typeface="Calibri"/>
                <a:sym typeface="Calibri"/>
              </a:rPr>
              <a:t>‹#›</a:t>
            </a:fld>
            <a:endParaRPr b="0" i="0" sz="24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53" name="Google Shape;53;p1: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60" name="Google Shape;60;p2: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75" name="Google Shape;75;p3: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153" name="Google Shape;153;p7: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181" name="Google Shape;181;p9: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197" name="Google Shape;197;p10: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205" name="Google Shape;205;p11: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2: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339" name="Google Shape;339;p12: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3: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350" name="Google Shape;350;p13: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4: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370" name="Google Shape;370;p14: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5: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378" name="Google Shape;378;p15: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6: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386" name="Google Shape;386;p16: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7: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7:notes"/>
          <p:cNvSpPr txBox="1"/>
          <p:nvPr>
            <p:ph idx="1" type="body"/>
          </p:nvPr>
        </p:nvSpPr>
        <p:spPr>
          <a:xfrm>
            <a:off x="928360" y="3373354"/>
            <a:ext cx="7439681" cy="2762354"/>
          </a:xfrm>
          <a:prstGeom prst="rect">
            <a:avLst/>
          </a:prstGeom>
          <a:noFill/>
          <a:ln>
            <a:noFill/>
          </a:ln>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395" name="Google Shape;395;p17:notes"/>
          <p:cNvSpPr txBox="1"/>
          <p:nvPr>
            <p:ph idx="12" type="sldNum"/>
          </p:nvPr>
        </p:nvSpPr>
        <p:spPr>
          <a:xfrm>
            <a:off x="5266041" y="6659882"/>
            <a:ext cx="4027160" cy="350519"/>
          </a:xfrm>
          <a:prstGeom prst="rect">
            <a:avLst/>
          </a:prstGeom>
          <a:noFill/>
          <a:ln>
            <a:noFill/>
          </a:ln>
        </p:spPr>
        <p:txBody>
          <a:bodyPr anchorCtr="0" anchor="b" bIns="92350" lIns="184725" spcFirstLastPara="1" rIns="184725" wrap="square" tIns="923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8: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403" name="Google Shape;403;p18: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9: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422" name="Google Shape;422;p19: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0: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438" name="Google Shape;438;p20: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1: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456" name="Google Shape;456;p21: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2: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466" name="Google Shape;466;p22: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3: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475" name="Google Shape;475;p23: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4: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484" name="Google Shape;484;p24: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5: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493" name="Google Shape;493;p25: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6: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509" name="Google Shape;509;p26: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7: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524" name="Google Shape;524;p27: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28: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540" name="Google Shape;540;p28: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9: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551" name="Google Shape;551;p29: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30: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563" name="Google Shape;563;p30: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31: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573" name="Google Shape;573;p31: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32: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583" name="Google Shape;583;p32: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33: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593" name="Google Shape;593;p33: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34: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601" name="Google Shape;601;p34: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35: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614" name="Google Shape;614;p35: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36: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629" name="Google Shape;629;p36: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37: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645" name="Google Shape;645;p37: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8: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654" name="Google Shape;654;p38: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39: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663" name="Google Shape;663;p39: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40: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671" name="Google Shape;671;p40: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41: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679" name="Google Shape;679;p41: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42: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696" name="Google Shape;696;p42: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43: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717" name="Google Shape;717;p43: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44: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731" name="Google Shape;731;p44: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45:notes"/>
          <p:cNvSpPr txBox="1"/>
          <p:nvPr>
            <p:ph idx="1" type="body"/>
          </p:nvPr>
        </p:nvSpPr>
        <p:spPr>
          <a:xfrm>
            <a:off x="1382936" y="8798374"/>
            <a:ext cx="11063484" cy="8335301"/>
          </a:xfrm>
          <a:prstGeom prst="rect">
            <a:avLst/>
          </a:prstGeom>
          <a:noFill/>
          <a:ln>
            <a:noFill/>
          </a:ln>
        </p:spPr>
        <p:txBody>
          <a:bodyPr anchorCtr="0" anchor="t" bIns="184700" lIns="184700" spcFirstLastPara="1" rIns="184700" wrap="square" tIns="184700">
            <a:noAutofit/>
          </a:bodyPr>
          <a:lstStyle/>
          <a:p>
            <a:pPr indent="0" lvl="0" marL="0" rtl="0" algn="l">
              <a:spcBef>
                <a:spcPts val="0"/>
              </a:spcBef>
              <a:spcAft>
                <a:spcPts val="0"/>
              </a:spcAft>
              <a:buNone/>
            </a:pPr>
            <a:r>
              <a:t/>
            </a:r>
            <a:endParaRPr/>
          </a:p>
        </p:txBody>
      </p:sp>
      <p:sp>
        <p:nvSpPr>
          <p:cNvPr id="749" name="Google Shape;749;p45:notes"/>
          <p:cNvSpPr/>
          <p:nvPr>
            <p:ph idx="2" type="sldImg"/>
          </p:nvPr>
        </p:nvSpPr>
        <p:spPr>
          <a:xfrm>
            <a:off x="2287588" y="1389063"/>
            <a:ext cx="9253537" cy="694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46: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760" name="Google Shape;760;p46: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47:notes"/>
          <p:cNvSpPr txBox="1"/>
          <p:nvPr>
            <p:ph idx="1" type="body"/>
          </p:nvPr>
        </p:nvSpPr>
        <p:spPr>
          <a:xfrm>
            <a:off x="928360" y="3373354"/>
            <a:ext cx="7439681" cy="2762354"/>
          </a:xfrm>
          <a:prstGeom prst="rect">
            <a:avLst/>
          </a:prstGeom>
        </p:spPr>
        <p:txBody>
          <a:bodyPr anchorCtr="0" anchor="t" bIns="92350" lIns="184725" spcFirstLastPara="1" rIns="184725" wrap="square" tIns="92350">
            <a:noAutofit/>
          </a:bodyPr>
          <a:lstStyle/>
          <a:p>
            <a:pPr indent="0" lvl="0" marL="0" rtl="0" algn="l">
              <a:spcBef>
                <a:spcPts val="0"/>
              </a:spcBef>
              <a:spcAft>
                <a:spcPts val="0"/>
              </a:spcAft>
              <a:buNone/>
            </a:pPr>
            <a:r>
              <a:t/>
            </a:r>
            <a:endParaRPr/>
          </a:p>
        </p:txBody>
      </p:sp>
      <p:sp>
        <p:nvSpPr>
          <p:cNvPr id="769" name="Google Shape;769;p47:notes"/>
          <p:cNvSpPr/>
          <p:nvPr>
            <p:ph idx="2" type="sldImg"/>
          </p:nvPr>
        </p:nvSpPr>
        <p:spPr>
          <a:xfrm>
            <a:off x="3074988" y="877888"/>
            <a:ext cx="3146425" cy="23637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7" name="Shape 17"/>
        <p:cNvGrpSpPr/>
        <p:nvPr/>
      </p:nvGrpSpPr>
      <p:grpSpPr>
        <a:xfrm>
          <a:off x="0" y="0"/>
          <a:ext cx="0" cy="0"/>
          <a:chOff x="0" y="0"/>
          <a:chExt cx="0" cy="0"/>
        </a:xfrm>
      </p:grpSpPr>
      <p:sp>
        <p:nvSpPr>
          <p:cNvPr id="18" name="Google Shape;18;p49"/>
          <p:cNvSpPr/>
          <p:nvPr/>
        </p:nvSpPr>
        <p:spPr>
          <a:xfrm>
            <a:off x="0" y="0"/>
            <a:ext cx="2304415" cy="140335"/>
          </a:xfrm>
          <a:custGeom>
            <a:rect b="b" l="l" r="r" t="t"/>
            <a:pathLst>
              <a:path extrusionOk="0" h="140335" w="2304415">
                <a:moveTo>
                  <a:pt x="2303995" y="0"/>
                </a:moveTo>
                <a:lnTo>
                  <a:pt x="0" y="0"/>
                </a:lnTo>
                <a:lnTo>
                  <a:pt x="0" y="140017"/>
                </a:lnTo>
                <a:lnTo>
                  <a:pt x="2303995" y="140017"/>
                </a:lnTo>
                <a:lnTo>
                  <a:pt x="2303995" y="0"/>
                </a:lnTo>
                <a:close/>
              </a:path>
            </a:pathLst>
          </a:custGeom>
          <a:solidFill>
            <a:srgbClr val="A3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49"/>
          <p:cNvSpPr/>
          <p:nvPr/>
        </p:nvSpPr>
        <p:spPr>
          <a:xfrm>
            <a:off x="2303995" y="0"/>
            <a:ext cx="2304415" cy="140335"/>
          </a:xfrm>
          <a:custGeom>
            <a:rect b="b" l="l" r="r" t="t"/>
            <a:pathLst>
              <a:path extrusionOk="0" h="140335" w="2304415">
                <a:moveTo>
                  <a:pt x="2303995" y="0"/>
                </a:moveTo>
                <a:lnTo>
                  <a:pt x="0" y="0"/>
                </a:lnTo>
                <a:lnTo>
                  <a:pt x="0" y="140017"/>
                </a:lnTo>
                <a:lnTo>
                  <a:pt x="2303995" y="140017"/>
                </a:lnTo>
                <a:lnTo>
                  <a:pt x="2303995" y="0"/>
                </a:lnTo>
                <a:close/>
              </a:path>
            </a:pathLst>
          </a:custGeom>
          <a:solidFill>
            <a:srgbClr val="D8D8D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49"/>
          <p:cNvSpPr/>
          <p:nvPr/>
        </p:nvSpPr>
        <p:spPr>
          <a:xfrm>
            <a:off x="87743" y="821143"/>
            <a:ext cx="4432935" cy="82550"/>
          </a:xfrm>
          <a:custGeom>
            <a:rect b="b" l="l" r="r" t="t"/>
            <a:pathLst>
              <a:path extrusionOk="0" h="82550" w="4432935">
                <a:moveTo>
                  <a:pt x="4381765" y="0"/>
                </a:moveTo>
                <a:lnTo>
                  <a:pt x="50800" y="0"/>
                </a:lnTo>
                <a:lnTo>
                  <a:pt x="31075" y="4008"/>
                </a:lnTo>
                <a:lnTo>
                  <a:pt x="14922" y="14922"/>
                </a:lnTo>
                <a:lnTo>
                  <a:pt x="4008" y="31075"/>
                </a:lnTo>
                <a:lnTo>
                  <a:pt x="0" y="50800"/>
                </a:lnTo>
                <a:lnTo>
                  <a:pt x="0" y="82384"/>
                </a:lnTo>
                <a:lnTo>
                  <a:pt x="4432566" y="82384"/>
                </a:lnTo>
                <a:lnTo>
                  <a:pt x="4432566" y="50800"/>
                </a:lnTo>
                <a:lnTo>
                  <a:pt x="4428558" y="31075"/>
                </a:lnTo>
                <a:lnTo>
                  <a:pt x="4417643" y="14922"/>
                </a:lnTo>
                <a:lnTo>
                  <a:pt x="4401490" y="4008"/>
                </a:lnTo>
                <a:lnTo>
                  <a:pt x="4381765" y="0"/>
                </a:lnTo>
                <a:close/>
              </a:path>
            </a:pathLst>
          </a:custGeom>
          <a:solidFill>
            <a:srgbClr val="FFE2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 name="Google Shape;21;p49"/>
          <p:cNvSpPr/>
          <p:nvPr/>
        </p:nvSpPr>
        <p:spPr>
          <a:xfrm>
            <a:off x="138544" y="884399"/>
            <a:ext cx="4432935" cy="466090"/>
          </a:xfrm>
          <a:custGeom>
            <a:rect b="b" l="l" r="r" t="t"/>
            <a:pathLst>
              <a:path extrusionOk="0" h="466090" w="4432935">
                <a:moveTo>
                  <a:pt x="4432566" y="0"/>
                </a:moveTo>
                <a:lnTo>
                  <a:pt x="0" y="0"/>
                </a:lnTo>
                <a:lnTo>
                  <a:pt x="0" y="466093"/>
                </a:lnTo>
                <a:lnTo>
                  <a:pt x="4432566" y="466093"/>
                </a:lnTo>
                <a:lnTo>
                  <a:pt x="443256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49"/>
          <p:cNvSpPr/>
          <p:nvPr/>
        </p:nvSpPr>
        <p:spPr>
          <a:xfrm>
            <a:off x="87743" y="865563"/>
            <a:ext cx="4432935" cy="434340"/>
          </a:xfrm>
          <a:custGeom>
            <a:rect b="b" l="l" r="r" t="t"/>
            <a:pathLst>
              <a:path extrusionOk="0" h="434340" w="4432935">
                <a:moveTo>
                  <a:pt x="4432566" y="0"/>
                </a:moveTo>
                <a:lnTo>
                  <a:pt x="0" y="0"/>
                </a:lnTo>
                <a:lnTo>
                  <a:pt x="0" y="383329"/>
                </a:lnTo>
                <a:lnTo>
                  <a:pt x="4008" y="403054"/>
                </a:lnTo>
                <a:lnTo>
                  <a:pt x="14922" y="419207"/>
                </a:lnTo>
                <a:lnTo>
                  <a:pt x="31075" y="430121"/>
                </a:lnTo>
                <a:lnTo>
                  <a:pt x="50800" y="434129"/>
                </a:lnTo>
                <a:lnTo>
                  <a:pt x="4381765" y="434129"/>
                </a:lnTo>
                <a:lnTo>
                  <a:pt x="4401490" y="430121"/>
                </a:lnTo>
                <a:lnTo>
                  <a:pt x="4417643" y="419207"/>
                </a:lnTo>
                <a:lnTo>
                  <a:pt x="4428558" y="403054"/>
                </a:lnTo>
                <a:lnTo>
                  <a:pt x="4432566" y="383329"/>
                </a:lnTo>
                <a:lnTo>
                  <a:pt x="4432566" y="0"/>
                </a:lnTo>
                <a:close/>
              </a:path>
            </a:pathLst>
          </a:custGeom>
          <a:solidFill>
            <a:srgbClr val="FFE2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49"/>
          <p:cNvSpPr txBox="1"/>
          <p:nvPr>
            <p:ph type="ctrTitle"/>
          </p:nvPr>
        </p:nvSpPr>
        <p:spPr>
          <a:xfrm>
            <a:off x="604304" y="923719"/>
            <a:ext cx="3401491" cy="2444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9"/>
          <p:cNvSpPr txBox="1"/>
          <p:nvPr>
            <p:ph idx="1" type="subTitle"/>
          </p:nvPr>
        </p:nvSpPr>
        <p:spPr>
          <a:xfrm>
            <a:off x="691515" y="1938020"/>
            <a:ext cx="3227070" cy="86518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9"/>
          <p:cNvSpPr txBox="1"/>
          <p:nvPr>
            <p:ph idx="11" type="ftr"/>
          </p:nvPr>
        </p:nvSpPr>
        <p:spPr>
          <a:xfrm>
            <a:off x="125844" y="3334918"/>
            <a:ext cx="2471420" cy="1022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9"/>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9"/>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lvl1pPr indent="0" lvl="0" marL="38100" marR="0" algn="l">
              <a:lnSpc>
                <a:spcPct val="112500"/>
              </a:lnSpc>
              <a:spcBef>
                <a:spcPts val="0"/>
              </a:spcBef>
              <a:buNone/>
              <a:defRPr b="0" i="0" sz="600">
                <a:solidFill>
                  <a:schemeClr val="dk1"/>
                </a:solidFill>
                <a:latin typeface="Helvetica Neue"/>
                <a:ea typeface="Helvetica Neue"/>
                <a:cs typeface="Helvetica Neue"/>
                <a:sym typeface="Helvetica Neue"/>
              </a:defRPr>
            </a:lvl1pPr>
            <a:lvl2pPr indent="0" lvl="1" marL="38100" marR="0" algn="l">
              <a:lnSpc>
                <a:spcPct val="112500"/>
              </a:lnSpc>
              <a:spcBef>
                <a:spcPts val="0"/>
              </a:spcBef>
              <a:buNone/>
              <a:defRPr b="0" i="0" sz="600">
                <a:solidFill>
                  <a:schemeClr val="dk1"/>
                </a:solidFill>
                <a:latin typeface="Helvetica Neue"/>
                <a:ea typeface="Helvetica Neue"/>
                <a:cs typeface="Helvetica Neue"/>
                <a:sym typeface="Helvetica Neue"/>
              </a:defRPr>
            </a:lvl2pPr>
            <a:lvl3pPr indent="0" lvl="2" marL="38100" marR="0" algn="l">
              <a:lnSpc>
                <a:spcPct val="112500"/>
              </a:lnSpc>
              <a:spcBef>
                <a:spcPts val="0"/>
              </a:spcBef>
              <a:buNone/>
              <a:defRPr b="0" i="0" sz="600">
                <a:solidFill>
                  <a:schemeClr val="dk1"/>
                </a:solidFill>
                <a:latin typeface="Helvetica Neue"/>
                <a:ea typeface="Helvetica Neue"/>
                <a:cs typeface="Helvetica Neue"/>
                <a:sym typeface="Helvetica Neue"/>
              </a:defRPr>
            </a:lvl3pPr>
            <a:lvl4pPr indent="0" lvl="3" marL="38100" marR="0" algn="l">
              <a:lnSpc>
                <a:spcPct val="112500"/>
              </a:lnSpc>
              <a:spcBef>
                <a:spcPts val="0"/>
              </a:spcBef>
              <a:buNone/>
              <a:defRPr b="0" i="0" sz="600">
                <a:solidFill>
                  <a:schemeClr val="dk1"/>
                </a:solidFill>
                <a:latin typeface="Helvetica Neue"/>
                <a:ea typeface="Helvetica Neue"/>
                <a:cs typeface="Helvetica Neue"/>
                <a:sym typeface="Helvetica Neue"/>
              </a:defRPr>
            </a:lvl4pPr>
            <a:lvl5pPr indent="0" lvl="4" marL="38100" marR="0" algn="l">
              <a:lnSpc>
                <a:spcPct val="112500"/>
              </a:lnSpc>
              <a:spcBef>
                <a:spcPts val="0"/>
              </a:spcBef>
              <a:buNone/>
              <a:defRPr b="0" i="0" sz="600">
                <a:solidFill>
                  <a:schemeClr val="dk1"/>
                </a:solidFill>
                <a:latin typeface="Helvetica Neue"/>
                <a:ea typeface="Helvetica Neue"/>
                <a:cs typeface="Helvetica Neue"/>
                <a:sym typeface="Helvetica Neue"/>
              </a:defRPr>
            </a:lvl5pPr>
            <a:lvl6pPr indent="0" lvl="5" marL="38100" marR="0" algn="l">
              <a:lnSpc>
                <a:spcPct val="112500"/>
              </a:lnSpc>
              <a:spcBef>
                <a:spcPts val="0"/>
              </a:spcBef>
              <a:buNone/>
              <a:defRPr b="0" i="0" sz="600">
                <a:solidFill>
                  <a:schemeClr val="dk1"/>
                </a:solidFill>
                <a:latin typeface="Helvetica Neue"/>
                <a:ea typeface="Helvetica Neue"/>
                <a:cs typeface="Helvetica Neue"/>
                <a:sym typeface="Helvetica Neue"/>
              </a:defRPr>
            </a:lvl6pPr>
            <a:lvl7pPr indent="0" lvl="6" marL="38100" marR="0" algn="l">
              <a:lnSpc>
                <a:spcPct val="112500"/>
              </a:lnSpc>
              <a:spcBef>
                <a:spcPts val="0"/>
              </a:spcBef>
              <a:buNone/>
              <a:defRPr b="0" i="0" sz="600">
                <a:solidFill>
                  <a:schemeClr val="dk1"/>
                </a:solidFill>
                <a:latin typeface="Helvetica Neue"/>
                <a:ea typeface="Helvetica Neue"/>
                <a:cs typeface="Helvetica Neue"/>
                <a:sym typeface="Helvetica Neue"/>
              </a:defRPr>
            </a:lvl7pPr>
            <a:lvl8pPr indent="0" lvl="7" marL="38100" marR="0" algn="l">
              <a:lnSpc>
                <a:spcPct val="112500"/>
              </a:lnSpc>
              <a:spcBef>
                <a:spcPts val="0"/>
              </a:spcBef>
              <a:buNone/>
              <a:defRPr b="0" i="0" sz="600">
                <a:solidFill>
                  <a:schemeClr val="dk1"/>
                </a:solidFill>
                <a:latin typeface="Helvetica Neue"/>
                <a:ea typeface="Helvetica Neue"/>
                <a:cs typeface="Helvetica Neue"/>
                <a:sym typeface="Helvetica Neue"/>
              </a:defRPr>
            </a:lvl8pPr>
            <a:lvl9pPr indent="0" lvl="8" marL="38100" marR="0" algn="l">
              <a:lnSpc>
                <a:spcPct val="112500"/>
              </a:lnSpc>
              <a:spcBef>
                <a:spcPts val="0"/>
              </a:spcBef>
              <a:buNone/>
              <a:defRPr b="0" i="0" sz="600">
                <a:solidFill>
                  <a:schemeClr val="dk1"/>
                </a:solidFill>
                <a:latin typeface="Helvetica Neue"/>
                <a:ea typeface="Helvetica Neue"/>
                <a:cs typeface="Helvetica Neue"/>
                <a:sym typeface="Helvetica Neue"/>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8" name="Shape 28"/>
        <p:cNvGrpSpPr/>
        <p:nvPr/>
      </p:nvGrpSpPr>
      <p:grpSpPr>
        <a:xfrm>
          <a:off x="0" y="0"/>
          <a:ext cx="0" cy="0"/>
          <a:chOff x="0" y="0"/>
          <a:chExt cx="0" cy="0"/>
        </a:xfrm>
      </p:grpSpPr>
      <p:sp>
        <p:nvSpPr>
          <p:cNvPr id="29" name="Google Shape;29;p50"/>
          <p:cNvSpPr txBox="1"/>
          <p:nvPr>
            <p:ph type="title"/>
          </p:nvPr>
        </p:nvSpPr>
        <p:spPr>
          <a:xfrm>
            <a:off x="402932" y="1620226"/>
            <a:ext cx="3804234" cy="19176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0"/>
          <p:cNvSpPr txBox="1"/>
          <p:nvPr>
            <p:ph idx="1" type="body"/>
          </p:nvPr>
        </p:nvSpPr>
        <p:spPr>
          <a:xfrm>
            <a:off x="127292" y="748714"/>
            <a:ext cx="4355515" cy="237045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100">
                <a:solidFill>
                  <a:schemeClr val="dk1"/>
                </a:solidFill>
                <a:latin typeface="Tahoma"/>
                <a:ea typeface="Tahoma"/>
                <a:cs typeface="Tahoma"/>
                <a:sym typeface="Tahom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50"/>
          <p:cNvSpPr txBox="1"/>
          <p:nvPr>
            <p:ph idx="11" type="ftr"/>
          </p:nvPr>
        </p:nvSpPr>
        <p:spPr>
          <a:xfrm>
            <a:off x="125844" y="3334918"/>
            <a:ext cx="2471420" cy="1022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0"/>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0"/>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lvl1pPr indent="0" lvl="0" marL="38100" marR="0" algn="l">
              <a:lnSpc>
                <a:spcPct val="112500"/>
              </a:lnSpc>
              <a:spcBef>
                <a:spcPts val="0"/>
              </a:spcBef>
              <a:buNone/>
              <a:defRPr b="0" i="0" sz="600">
                <a:solidFill>
                  <a:schemeClr val="dk1"/>
                </a:solidFill>
                <a:latin typeface="Helvetica Neue"/>
                <a:ea typeface="Helvetica Neue"/>
                <a:cs typeface="Helvetica Neue"/>
                <a:sym typeface="Helvetica Neue"/>
              </a:defRPr>
            </a:lvl1pPr>
            <a:lvl2pPr indent="0" lvl="1" marL="38100" marR="0" algn="l">
              <a:lnSpc>
                <a:spcPct val="112500"/>
              </a:lnSpc>
              <a:spcBef>
                <a:spcPts val="0"/>
              </a:spcBef>
              <a:buNone/>
              <a:defRPr b="0" i="0" sz="600">
                <a:solidFill>
                  <a:schemeClr val="dk1"/>
                </a:solidFill>
                <a:latin typeface="Helvetica Neue"/>
                <a:ea typeface="Helvetica Neue"/>
                <a:cs typeface="Helvetica Neue"/>
                <a:sym typeface="Helvetica Neue"/>
              </a:defRPr>
            </a:lvl2pPr>
            <a:lvl3pPr indent="0" lvl="2" marL="38100" marR="0" algn="l">
              <a:lnSpc>
                <a:spcPct val="112500"/>
              </a:lnSpc>
              <a:spcBef>
                <a:spcPts val="0"/>
              </a:spcBef>
              <a:buNone/>
              <a:defRPr b="0" i="0" sz="600">
                <a:solidFill>
                  <a:schemeClr val="dk1"/>
                </a:solidFill>
                <a:latin typeface="Helvetica Neue"/>
                <a:ea typeface="Helvetica Neue"/>
                <a:cs typeface="Helvetica Neue"/>
                <a:sym typeface="Helvetica Neue"/>
              </a:defRPr>
            </a:lvl3pPr>
            <a:lvl4pPr indent="0" lvl="3" marL="38100" marR="0" algn="l">
              <a:lnSpc>
                <a:spcPct val="112500"/>
              </a:lnSpc>
              <a:spcBef>
                <a:spcPts val="0"/>
              </a:spcBef>
              <a:buNone/>
              <a:defRPr b="0" i="0" sz="600">
                <a:solidFill>
                  <a:schemeClr val="dk1"/>
                </a:solidFill>
                <a:latin typeface="Helvetica Neue"/>
                <a:ea typeface="Helvetica Neue"/>
                <a:cs typeface="Helvetica Neue"/>
                <a:sym typeface="Helvetica Neue"/>
              </a:defRPr>
            </a:lvl4pPr>
            <a:lvl5pPr indent="0" lvl="4" marL="38100" marR="0" algn="l">
              <a:lnSpc>
                <a:spcPct val="112500"/>
              </a:lnSpc>
              <a:spcBef>
                <a:spcPts val="0"/>
              </a:spcBef>
              <a:buNone/>
              <a:defRPr b="0" i="0" sz="600">
                <a:solidFill>
                  <a:schemeClr val="dk1"/>
                </a:solidFill>
                <a:latin typeface="Helvetica Neue"/>
                <a:ea typeface="Helvetica Neue"/>
                <a:cs typeface="Helvetica Neue"/>
                <a:sym typeface="Helvetica Neue"/>
              </a:defRPr>
            </a:lvl5pPr>
            <a:lvl6pPr indent="0" lvl="5" marL="38100" marR="0" algn="l">
              <a:lnSpc>
                <a:spcPct val="112500"/>
              </a:lnSpc>
              <a:spcBef>
                <a:spcPts val="0"/>
              </a:spcBef>
              <a:buNone/>
              <a:defRPr b="0" i="0" sz="600">
                <a:solidFill>
                  <a:schemeClr val="dk1"/>
                </a:solidFill>
                <a:latin typeface="Helvetica Neue"/>
                <a:ea typeface="Helvetica Neue"/>
                <a:cs typeface="Helvetica Neue"/>
                <a:sym typeface="Helvetica Neue"/>
              </a:defRPr>
            </a:lvl6pPr>
            <a:lvl7pPr indent="0" lvl="6" marL="38100" marR="0" algn="l">
              <a:lnSpc>
                <a:spcPct val="112500"/>
              </a:lnSpc>
              <a:spcBef>
                <a:spcPts val="0"/>
              </a:spcBef>
              <a:buNone/>
              <a:defRPr b="0" i="0" sz="600">
                <a:solidFill>
                  <a:schemeClr val="dk1"/>
                </a:solidFill>
                <a:latin typeface="Helvetica Neue"/>
                <a:ea typeface="Helvetica Neue"/>
                <a:cs typeface="Helvetica Neue"/>
                <a:sym typeface="Helvetica Neue"/>
              </a:defRPr>
            </a:lvl7pPr>
            <a:lvl8pPr indent="0" lvl="7" marL="38100" marR="0" algn="l">
              <a:lnSpc>
                <a:spcPct val="112500"/>
              </a:lnSpc>
              <a:spcBef>
                <a:spcPts val="0"/>
              </a:spcBef>
              <a:buNone/>
              <a:defRPr b="0" i="0" sz="600">
                <a:solidFill>
                  <a:schemeClr val="dk1"/>
                </a:solidFill>
                <a:latin typeface="Helvetica Neue"/>
                <a:ea typeface="Helvetica Neue"/>
                <a:cs typeface="Helvetica Neue"/>
                <a:sym typeface="Helvetica Neue"/>
              </a:defRPr>
            </a:lvl8pPr>
            <a:lvl9pPr indent="0" lvl="8" marL="38100" marR="0" algn="l">
              <a:lnSpc>
                <a:spcPct val="112500"/>
              </a:lnSpc>
              <a:spcBef>
                <a:spcPts val="0"/>
              </a:spcBef>
              <a:buNone/>
              <a:defRPr b="0" i="0" sz="600">
                <a:solidFill>
                  <a:schemeClr val="dk1"/>
                </a:solidFill>
                <a:latin typeface="Helvetica Neue"/>
                <a:ea typeface="Helvetica Neue"/>
                <a:cs typeface="Helvetica Neue"/>
                <a:sym typeface="Helvetica Neue"/>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4" name="Shape 34"/>
        <p:cNvGrpSpPr/>
        <p:nvPr/>
      </p:nvGrpSpPr>
      <p:grpSpPr>
        <a:xfrm>
          <a:off x="0" y="0"/>
          <a:ext cx="0" cy="0"/>
          <a:chOff x="0" y="0"/>
          <a:chExt cx="0" cy="0"/>
        </a:xfrm>
      </p:grpSpPr>
      <p:sp>
        <p:nvSpPr>
          <p:cNvPr id="35" name="Google Shape;35;p51"/>
          <p:cNvSpPr txBox="1"/>
          <p:nvPr>
            <p:ph idx="11" type="ftr"/>
          </p:nvPr>
        </p:nvSpPr>
        <p:spPr>
          <a:xfrm>
            <a:off x="125844" y="3334918"/>
            <a:ext cx="2471420" cy="1022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1"/>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1"/>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lvl1pPr indent="0" lvl="0" marL="38100" marR="0" algn="l">
              <a:lnSpc>
                <a:spcPct val="112500"/>
              </a:lnSpc>
              <a:spcBef>
                <a:spcPts val="0"/>
              </a:spcBef>
              <a:buNone/>
              <a:defRPr b="0" i="0" sz="600">
                <a:solidFill>
                  <a:schemeClr val="dk1"/>
                </a:solidFill>
                <a:latin typeface="Helvetica Neue"/>
                <a:ea typeface="Helvetica Neue"/>
                <a:cs typeface="Helvetica Neue"/>
                <a:sym typeface="Helvetica Neue"/>
              </a:defRPr>
            </a:lvl1pPr>
            <a:lvl2pPr indent="0" lvl="1" marL="38100" marR="0" algn="l">
              <a:lnSpc>
                <a:spcPct val="112500"/>
              </a:lnSpc>
              <a:spcBef>
                <a:spcPts val="0"/>
              </a:spcBef>
              <a:buNone/>
              <a:defRPr b="0" i="0" sz="600">
                <a:solidFill>
                  <a:schemeClr val="dk1"/>
                </a:solidFill>
                <a:latin typeface="Helvetica Neue"/>
                <a:ea typeface="Helvetica Neue"/>
                <a:cs typeface="Helvetica Neue"/>
                <a:sym typeface="Helvetica Neue"/>
              </a:defRPr>
            </a:lvl2pPr>
            <a:lvl3pPr indent="0" lvl="2" marL="38100" marR="0" algn="l">
              <a:lnSpc>
                <a:spcPct val="112500"/>
              </a:lnSpc>
              <a:spcBef>
                <a:spcPts val="0"/>
              </a:spcBef>
              <a:buNone/>
              <a:defRPr b="0" i="0" sz="600">
                <a:solidFill>
                  <a:schemeClr val="dk1"/>
                </a:solidFill>
                <a:latin typeface="Helvetica Neue"/>
                <a:ea typeface="Helvetica Neue"/>
                <a:cs typeface="Helvetica Neue"/>
                <a:sym typeface="Helvetica Neue"/>
              </a:defRPr>
            </a:lvl3pPr>
            <a:lvl4pPr indent="0" lvl="3" marL="38100" marR="0" algn="l">
              <a:lnSpc>
                <a:spcPct val="112500"/>
              </a:lnSpc>
              <a:spcBef>
                <a:spcPts val="0"/>
              </a:spcBef>
              <a:buNone/>
              <a:defRPr b="0" i="0" sz="600">
                <a:solidFill>
                  <a:schemeClr val="dk1"/>
                </a:solidFill>
                <a:latin typeface="Helvetica Neue"/>
                <a:ea typeface="Helvetica Neue"/>
                <a:cs typeface="Helvetica Neue"/>
                <a:sym typeface="Helvetica Neue"/>
              </a:defRPr>
            </a:lvl4pPr>
            <a:lvl5pPr indent="0" lvl="4" marL="38100" marR="0" algn="l">
              <a:lnSpc>
                <a:spcPct val="112500"/>
              </a:lnSpc>
              <a:spcBef>
                <a:spcPts val="0"/>
              </a:spcBef>
              <a:buNone/>
              <a:defRPr b="0" i="0" sz="600">
                <a:solidFill>
                  <a:schemeClr val="dk1"/>
                </a:solidFill>
                <a:latin typeface="Helvetica Neue"/>
                <a:ea typeface="Helvetica Neue"/>
                <a:cs typeface="Helvetica Neue"/>
                <a:sym typeface="Helvetica Neue"/>
              </a:defRPr>
            </a:lvl5pPr>
            <a:lvl6pPr indent="0" lvl="5" marL="38100" marR="0" algn="l">
              <a:lnSpc>
                <a:spcPct val="112500"/>
              </a:lnSpc>
              <a:spcBef>
                <a:spcPts val="0"/>
              </a:spcBef>
              <a:buNone/>
              <a:defRPr b="0" i="0" sz="600">
                <a:solidFill>
                  <a:schemeClr val="dk1"/>
                </a:solidFill>
                <a:latin typeface="Helvetica Neue"/>
                <a:ea typeface="Helvetica Neue"/>
                <a:cs typeface="Helvetica Neue"/>
                <a:sym typeface="Helvetica Neue"/>
              </a:defRPr>
            </a:lvl6pPr>
            <a:lvl7pPr indent="0" lvl="6" marL="38100" marR="0" algn="l">
              <a:lnSpc>
                <a:spcPct val="112500"/>
              </a:lnSpc>
              <a:spcBef>
                <a:spcPts val="0"/>
              </a:spcBef>
              <a:buNone/>
              <a:defRPr b="0" i="0" sz="600">
                <a:solidFill>
                  <a:schemeClr val="dk1"/>
                </a:solidFill>
                <a:latin typeface="Helvetica Neue"/>
                <a:ea typeface="Helvetica Neue"/>
                <a:cs typeface="Helvetica Neue"/>
                <a:sym typeface="Helvetica Neue"/>
              </a:defRPr>
            </a:lvl7pPr>
            <a:lvl8pPr indent="0" lvl="7" marL="38100" marR="0" algn="l">
              <a:lnSpc>
                <a:spcPct val="112500"/>
              </a:lnSpc>
              <a:spcBef>
                <a:spcPts val="0"/>
              </a:spcBef>
              <a:buNone/>
              <a:defRPr b="0" i="0" sz="600">
                <a:solidFill>
                  <a:schemeClr val="dk1"/>
                </a:solidFill>
                <a:latin typeface="Helvetica Neue"/>
                <a:ea typeface="Helvetica Neue"/>
                <a:cs typeface="Helvetica Neue"/>
                <a:sym typeface="Helvetica Neue"/>
              </a:defRPr>
            </a:lvl8pPr>
            <a:lvl9pPr indent="0" lvl="8" marL="38100" marR="0" algn="l">
              <a:lnSpc>
                <a:spcPct val="112500"/>
              </a:lnSpc>
              <a:spcBef>
                <a:spcPts val="0"/>
              </a:spcBef>
              <a:buNone/>
              <a:defRPr b="0" i="0" sz="600">
                <a:solidFill>
                  <a:schemeClr val="dk1"/>
                </a:solidFill>
                <a:latin typeface="Helvetica Neue"/>
                <a:ea typeface="Helvetica Neue"/>
                <a:cs typeface="Helvetica Neue"/>
                <a:sym typeface="Helvetica Neue"/>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8" name="Shape 3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 name="Shape 39"/>
        <p:cNvGrpSpPr/>
        <p:nvPr/>
      </p:nvGrpSpPr>
      <p:grpSpPr>
        <a:xfrm>
          <a:off x="0" y="0"/>
          <a:ext cx="0" cy="0"/>
          <a:chOff x="0" y="0"/>
          <a:chExt cx="0" cy="0"/>
        </a:xfrm>
      </p:grpSpPr>
      <p:sp>
        <p:nvSpPr>
          <p:cNvPr id="40" name="Google Shape;40;p53"/>
          <p:cNvSpPr txBox="1"/>
          <p:nvPr>
            <p:ph type="title"/>
          </p:nvPr>
        </p:nvSpPr>
        <p:spPr>
          <a:xfrm>
            <a:off x="402932" y="1620226"/>
            <a:ext cx="3804234" cy="19176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53"/>
          <p:cNvSpPr txBox="1"/>
          <p:nvPr>
            <p:ph idx="11" type="ftr"/>
          </p:nvPr>
        </p:nvSpPr>
        <p:spPr>
          <a:xfrm>
            <a:off x="125844" y="3334918"/>
            <a:ext cx="2471420" cy="1022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3"/>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3"/>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lvl1pPr indent="0" lvl="0" marL="38100" marR="0" algn="l">
              <a:lnSpc>
                <a:spcPct val="112500"/>
              </a:lnSpc>
              <a:spcBef>
                <a:spcPts val="0"/>
              </a:spcBef>
              <a:buNone/>
              <a:defRPr b="0" i="0" sz="600">
                <a:solidFill>
                  <a:schemeClr val="dk1"/>
                </a:solidFill>
                <a:latin typeface="Helvetica Neue"/>
                <a:ea typeface="Helvetica Neue"/>
                <a:cs typeface="Helvetica Neue"/>
                <a:sym typeface="Helvetica Neue"/>
              </a:defRPr>
            </a:lvl1pPr>
            <a:lvl2pPr indent="0" lvl="1" marL="38100" marR="0" algn="l">
              <a:lnSpc>
                <a:spcPct val="112500"/>
              </a:lnSpc>
              <a:spcBef>
                <a:spcPts val="0"/>
              </a:spcBef>
              <a:buNone/>
              <a:defRPr b="0" i="0" sz="600">
                <a:solidFill>
                  <a:schemeClr val="dk1"/>
                </a:solidFill>
                <a:latin typeface="Helvetica Neue"/>
                <a:ea typeface="Helvetica Neue"/>
                <a:cs typeface="Helvetica Neue"/>
                <a:sym typeface="Helvetica Neue"/>
              </a:defRPr>
            </a:lvl2pPr>
            <a:lvl3pPr indent="0" lvl="2" marL="38100" marR="0" algn="l">
              <a:lnSpc>
                <a:spcPct val="112500"/>
              </a:lnSpc>
              <a:spcBef>
                <a:spcPts val="0"/>
              </a:spcBef>
              <a:buNone/>
              <a:defRPr b="0" i="0" sz="600">
                <a:solidFill>
                  <a:schemeClr val="dk1"/>
                </a:solidFill>
                <a:latin typeface="Helvetica Neue"/>
                <a:ea typeface="Helvetica Neue"/>
                <a:cs typeface="Helvetica Neue"/>
                <a:sym typeface="Helvetica Neue"/>
              </a:defRPr>
            </a:lvl3pPr>
            <a:lvl4pPr indent="0" lvl="3" marL="38100" marR="0" algn="l">
              <a:lnSpc>
                <a:spcPct val="112500"/>
              </a:lnSpc>
              <a:spcBef>
                <a:spcPts val="0"/>
              </a:spcBef>
              <a:buNone/>
              <a:defRPr b="0" i="0" sz="600">
                <a:solidFill>
                  <a:schemeClr val="dk1"/>
                </a:solidFill>
                <a:latin typeface="Helvetica Neue"/>
                <a:ea typeface="Helvetica Neue"/>
                <a:cs typeface="Helvetica Neue"/>
                <a:sym typeface="Helvetica Neue"/>
              </a:defRPr>
            </a:lvl4pPr>
            <a:lvl5pPr indent="0" lvl="4" marL="38100" marR="0" algn="l">
              <a:lnSpc>
                <a:spcPct val="112500"/>
              </a:lnSpc>
              <a:spcBef>
                <a:spcPts val="0"/>
              </a:spcBef>
              <a:buNone/>
              <a:defRPr b="0" i="0" sz="600">
                <a:solidFill>
                  <a:schemeClr val="dk1"/>
                </a:solidFill>
                <a:latin typeface="Helvetica Neue"/>
                <a:ea typeface="Helvetica Neue"/>
                <a:cs typeface="Helvetica Neue"/>
                <a:sym typeface="Helvetica Neue"/>
              </a:defRPr>
            </a:lvl5pPr>
            <a:lvl6pPr indent="0" lvl="5" marL="38100" marR="0" algn="l">
              <a:lnSpc>
                <a:spcPct val="112500"/>
              </a:lnSpc>
              <a:spcBef>
                <a:spcPts val="0"/>
              </a:spcBef>
              <a:buNone/>
              <a:defRPr b="0" i="0" sz="600">
                <a:solidFill>
                  <a:schemeClr val="dk1"/>
                </a:solidFill>
                <a:latin typeface="Helvetica Neue"/>
                <a:ea typeface="Helvetica Neue"/>
                <a:cs typeface="Helvetica Neue"/>
                <a:sym typeface="Helvetica Neue"/>
              </a:defRPr>
            </a:lvl6pPr>
            <a:lvl7pPr indent="0" lvl="6" marL="38100" marR="0" algn="l">
              <a:lnSpc>
                <a:spcPct val="112500"/>
              </a:lnSpc>
              <a:spcBef>
                <a:spcPts val="0"/>
              </a:spcBef>
              <a:buNone/>
              <a:defRPr b="0" i="0" sz="600">
                <a:solidFill>
                  <a:schemeClr val="dk1"/>
                </a:solidFill>
                <a:latin typeface="Helvetica Neue"/>
                <a:ea typeface="Helvetica Neue"/>
                <a:cs typeface="Helvetica Neue"/>
                <a:sym typeface="Helvetica Neue"/>
              </a:defRPr>
            </a:lvl7pPr>
            <a:lvl8pPr indent="0" lvl="7" marL="38100" marR="0" algn="l">
              <a:lnSpc>
                <a:spcPct val="112500"/>
              </a:lnSpc>
              <a:spcBef>
                <a:spcPts val="0"/>
              </a:spcBef>
              <a:buNone/>
              <a:defRPr b="0" i="0" sz="600">
                <a:solidFill>
                  <a:schemeClr val="dk1"/>
                </a:solidFill>
                <a:latin typeface="Helvetica Neue"/>
                <a:ea typeface="Helvetica Neue"/>
                <a:cs typeface="Helvetica Neue"/>
                <a:sym typeface="Helvetica Neue"/>
              </a:defRPr>
            </a:lvl8pPr>
            <a:lvl9pPr indent="0" lvl="8" marL="38100" marR="0" algn="l">
              <a:lnSpc>
                <a:spcPct val="112500"/>
              </a:lnSpc>
              <a:spcBef>
                <a:spcPts val="0"/>
              </a:spcBef>
              <a:buNone/>
              <a:defRPr b="0" i="0" sz="600">
                <a:solidFill>
                  <a:schemeClr val="dk1"/>
                </a:solidFill>
                <a:latin typeface="Helvetica Neue"/>
                <a:ea typeface="Helvetica Neue"/>
                <a:cs typeface="Helvetica Neue"/>
                <a:sym typeface="Helvetica Neue"/>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4" name="Shape 44"/>
        <p:cNvGrpSpPr/>
        <p:nvPr/>
      </p:nvGrpSpPr>
      <p:grpSpPr>
        <a:xfrm>
          <a:off x="0" y="0"/>
          <a:ext cx="0" cy="0"/>
          <a:chOff x="0" y="0"/>
          <a:chExt cx="0" cy="0"/>
        </a:xfrm>
      </p:grpSpPr>
      <p:sp>
        <p:nvSpPr>
          <p:cNvPr id="45" name="Google Shape;45;p54"/>
          <p:cNvSpPr txBox="1"/>
          <p:nvPr>
            <p:ph type="title"/>
          </p:nvPr>
        </p:nvSpPr>
        <p:spPr>
          <a:xfrm>
            <a:off x="402932" y="1620226"/>
            <a:ext cx="3804234" cy="19176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00">
                <a:solidFill>
                  <a:schemeClr val="dk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4"/>
          <p:cNvSpPr txBox="1"/>
          <p:nvPr>
            <p:ph idx="1" type="body"/>
          </p:nvPr>
        </p:nvSpPr>
        <p:spPr>
          <a:xfrm>
            <a:off x="230505" y="795972"/>
            <a:ext cx="2005393" cy="228409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 name="Google Shape;47;p54"/>
          <p:cNvSpPr txBox="1"/>
          <p:nvPr>
            <p:ph idx="2" type="body"/>
          </p:nvPr>
        </p:nvSpPr>
        <p:spPr>
          <a:xfrm>
            <a:off x="2374201" y="795972"/>
            <a:ext cx="2005393" cy="228409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54"/>
          <p:cNvSpPr txBox="1"/>
          <p:nvPr>
            <p:ph idx="11" type="ftr"/>
          </p:nvPr>
        </p:nvSpPr>
        <p:spPr>
          <a:xfrm>
            <a:off x="125844" y="3334918"/>
            <a:ext cx="2471420" cy="1022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4"/>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4"/>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lvl1pPr indent="0" lvl="0" marL="38100" marR="0" algn="l">
              <a:lnSpc>
                <a:spcPct val="112500"/>
              </a:lnSpc>
              <a:spcBef>
                <a:spcPts val="0"/>
              </a:spcBef>
              <a:buNone/>
              <a:defRPr b="0" i="0" sz="600">
                <a:solidFill>
                  <a:schemeClr val="dk1"/>
                </a:solidFill>
                <a:latin typeface="Helvetica Neue"/>
                <a:ea typeface="Helvetica Neue"/>
                <a:cs typeface="Helvetica Neue"/>
                <a:sym typeface="Helvetica Neue"/>
              </a:defRPr>
            </a:lvl1pPr>
            <a:lvl2pPr indent="0" lvl="1" marL="38100" marR="0" algn="l">
              <a:lnSpc>
                <a:spcPct val="112500"/>
              </a:lnSpc>
              <a:spcBef>
                <a:spcPts val="0"/>
              </a:spcBef>
              <a:buNone/>
              <a:defRPr b="0" i="0" sz="600">
                <a:solidFill>
                  <a:schemeClr val="dk1"/>
                </a:solidFill>
                <a:latin typeface="Helvetica Neue"/>
                <a:ea typeface="Helvetica Neue"/>
                <a:cs typeface="Helvetica Neue"/>
                <a:sym typeface="Helvetica Neue"/>
              </a:defRPr>
            </a:lvl2pPr>
            <a:lvl3pPr indent="0" lvl="2" marL="38100" marR="0" algn="l">
              <a:lnSpc>
                <a:spcPct val="112500"/>
              </a:lnSpc>
              <a:spcBef>
                <a:spcPts val="0"/>
              </a:spcBef>
              <a:buNone/>
              <a:defRPr b="0" i="0" sz="600">
                <a:solidFill>
                  <a:schemeClr val="dk1"/>
                </a:solidFill>
                <a:latin typeface="Helvetica Neue"/>
                <a:ea typeface="Helvetica Neue"/>
                <a:cs typeface="Helvetica Neue"/>
                <a:sym typeface="Helvetica Neue"/>
              </a:defRPr>
            </a:lvl3pPr>
            <a:lvl4pPr indent="0" lvl="3" marL="38100" marR="0" algn="l">
              <a:lnSpc>
                <a:spcPct val="112500"/>
              </a:lnSpc>
              <a:spcBef>
                <a:spcPts val="0"/>
              </a:spcBef>
              <a:buNone/>
              <a:defRPr b="0" i="0" sz="600">
                <a:solidFill>
                  <a:schemeClr val="dk1"/>
                </a:solidFill>
                <a:latin typeface="Helvetica Neue"/>
                <a:ea typeface="Helvetica Neue"/>
                <a:cs typeface="Helvetica Neue"/>
                <a:sym typeface="Helvetica Neue"/>
              </a:defRPr>
            </a:lvl4pPr>
            <a:lvl5pPr indent="0" lvl="4" marL="38100" marR="0" algn="l">
              <a:lnSpc>
                <a:spcPct val="112500"/>
              </a:lnSpc>
              <a:spcBef>
                <a:spcPts val="0"/>
              </a:spcBef>
              <a:buNone/>
              <a:defRPr b="0" i="0" sz="600">
                <a:solidFill>
                  <a:schemeClr val="dk1"/>
                </a:solidFill>
                <a:latin typeface="Helvetica Neue"/>
                <a:ea typeface="Helvetica Neue"/>
                <a:cs typeface="Helvetica Neue"/>
                <a:sym typeface="Helvetica Neue"/>
              </a:defRPr>
            </a:lvl5pPr>
            <a:lvl6pPr indent="0" lvl="5" marL="38100" marR="0" algn="l">
              <a:lnSpc>
                <a:spcPct val="112500"/>
              </a:lnSpc>
              <a:spcBef>
                <a:spcPts val="0"/>
              </a:spcBef>
              <a:buNone/>
              <a:defRPr b="0" i="0" sz="600">
                <a:solidFill>
                  <a:schemeClr val="dk1"/>
                </a:solidFill>
                <a:latin typeface="Helvetica Neue"/>
                <a:ea typeface="Helvetica Neue"/>
                <a:cs typeface="Helvetica Neue"/>
                <a:sym typeface="Helvetica Neue"/>
              </a:defRPr>
            </a:lvl6pPr>
            <a:lvl7pPr indent="0" lvl="6" marL="38100" marR="0" algn="l">
              <a:lnSpc>
                <a:spcPct val="112500"/>
              </a:lnSpc>
              <a:spcBef>
                <a:spcPts val="0"/>
              </a:spcBef>
              <a:buNone/>
              <a:defRPr b="0" i="0" sz="600">
                <a:solidFill>
                  <a:schemeClr val="dk1"/>
                </a:solidFill>
                <a:latin typeface="Helvetica Neue"/>
                <a:ea typeface="Helvetica Neue"/>
                <a:cs typeface="Helvetica Neue"/>
                <a:sym typeface="Helvetica Neue"/>
              </a:defRPr>
            </a:lvl7pPr>
            <a:lvl8pPr indent="0" lvl="7" marL="38100" marR="0" algn="l">
              <a:lnSpc>
                <a:spcPct val="112500"/>
              </a:lnSpc>
              <a:spcBef>
                <a:spcPts val="0"/>
              </a:spcBef>
              <a:buNone/>
              <a:defRPr b="0" i="0" sz="600">
                <a:solidFill>
                  <a:schemeClr val="dk1"/>
                </a:solidFill>
                <a:latin typeface="Helvetica Neue"/>
                <a:ea typeface="Helvetica Neue"/>
                <a:cs typeface="Helvetica Neue"/>
                <a:sym typeface="Helvetica Neue"/>
              </a:defRPr>
            </a:lvl8pPr>
            <a:lvl9pPr indent="0" lvl="8" marL="38100" marR="0" algn="l">
              <a:lnSpc>
                <a:spcPct val="112500"/>
              </a:lnSpc>
              <a:spcBef>
                <a:spcPts val="0"/>
              </a:spcBef>
              <a:buNone/>
              <a:defRPr b="0" i="0" sz="600">
                <a:solidFill>
                  <a:schemeClr val="dk1"/>
                </a:solidFill>
                <a:latin typeface="Helvetica Neue"/>
                <a:ea typeface="Helvetica Neue"/>
                <a:cs typeface="Helvetica Neue"/>
                <a:sym typeface="Helvetica Neue"/>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8"/>
          <p:cNvSpPr/>
          <p:nvPr/>
        </p:nvSpPr>
        <p:spPr>
          <a:xfrm>
            <a:off x="0" y="0"/>
            <a:ext cx="2304415" cy="140335"/>
          </a:xfrm>
          <a:custGeom>
            <a:rect b="b" l="l" r="r" t="t"/>
            <a:pathLst>
              <a:path extrusionOk="0" h="140335" w="2304415">
                <a:moveTo>
                  <a:pt x="2303995" y="0"/>
                </a:moveTo>
                <a:lnTo>
                  <a:pt x="0" y="0"/>
                </a:lnTo>
                <a:lnTo>
                  <a:pt x="0" y="140017"/>
                </a:lnTo>
                <a:lnTo>
                  <a:pt x="2303995" y="140017"/>
                </a:lnTo>
                <a:lnTo>
                  <a:pt x="2303995" y="0"/>
                </a:lnTo>
                <a:close/>
              </a:path>
            </a:pathLst>
          </a:custGeom>
          <a:solidFill>
            <a:srgbClr val="A3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 name="Google Shape;11;p48"/>
          <p:cNvSpPr/>
          <p:nvPr/>
        </p:nvSpPr>
        <p:spPr>
          <a:xfrm>
            <a:off x="2303995" y="0"/>
            <a:ext cx="2304415" cy="140335"/>
          </a:xfrm>
          <a:custGeom>
            <a:rect b="b" l="l" r="r" t="t"/>
            <a:pathLst>
              <a:path extrusionOk="0" h="140335" w="2304415">
                <a:moveTo>
                  <a:pt x="2303995" y="0"/>
                </a:moveTo>
                <a:lnTo>
                  <a:pt x="0" y="0"/>
                </a:lnTo>
                <a:lnTo>
                  <a:pt x="0" y="140017"/>
                </a:lnTo>
                <a:lnTo>
                  <a:pt x="2303995" y="140017"/>
                </a:lnTo>
                <a:lnTo>
                  <a:pt x="2303995" y="0"/>
                </a:lnTo>
                <a:close/>
              </a:path>
            </a:pathLst>
          </a:custGeom>
          <a:solidFill>
            <a:srgbClr val="D8D8D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 name="Google Shape;12;p48"/>
          <p:cNvSpPr txBox="1"/>
          <p:nvPr>
            <p:ph type="title"/>
          </p:nvPr>
        </p:nvSpPr>
        <p:spPr>
          <a:xfrm>
            <a:off x="402932" y="1620226"/>
            <a:ext cx="3804234" cy="19176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100" u="none" cap="none" strike="noStrike">
                <a:solidFill>
                  <a:schemeClr val="dk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48"/>
          <p:cNvSpPr txBox="1"/>
          <p:nvPr>
            <p:ph idx="1" type="body"/>
          </p:nvPr>
        </p:nvSpPr>
        <p:spPr>
          <a:xfrm>
            <a:off x="127292" y="748714"/>
            <a:ext cx="4355515" cy="237045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100" u="none" cap="none" strike="noStrike">
                <a:solidFill>
                  <a:schemeClr val="dk1"/>
                </a:solidFill>
                <a:latin typeface="Tahoma"/>
                <a:ea typeface="Tahoma"/>
                <a:cs typeface="Tahoma"/>
                <a:sym typeface="Tahom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4" name="Google Shape;14;p48"/>
          <p:cNvSpPr txBox="1"/>
          <p:nvPr>
            <p:ph idx="11" type="ftr"/>
          </p:nvPr>
        </p:nvSpPr>
        <p:spPr>
          <a:xfrm>
            <a:off x="125844" y="3334918"/>
            <a:ext cx="2471420" cy="10223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48"/>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600">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48"/>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lvl1pPr indent="0" lvl="0" marL="38100" marR="0" rtl="0" algn="l">
              <a:lnSpc>
                <a:spcPct val="112500"/>
              </a:lnSpc>
              <a:spcBef>
                <a:spcPts val="0"/>
              </a:spcBef>
              <a:buNone/>
              <a:defRPr b="0" i="0" sz="600" u="none">
                <a:solidFill>
                  <a:schemeClr val="dk1"/>
                </a:solidFill>
                <a:latin typeface="Helvetica Neue"/>
                <a:ea typeface="Helvetica Neue"/>
                <a:cs typeface="Helvetica Neue"/>
                <a:sym typeface="Helvetica Neue"/>
              </a:defRPr>
            </a:lvl1pPr>
            <a:lvl2pPr indent="0" lvl="1" marL="38100" marR="0" rtl="0" algn="l">
              <a:lnSpc>
                <a:spcPct val="112500"/>
              </a:lnSpc>
              <a:spcBef>
                <a:spcPts val="0"/>
              </a:spcBef>
              <a:buNone/>
              <a:defRPr b="0" i="0" sz="600" u="none">
                <a:solidFill>
                  <a:schemeClr val="dk1"/>
                </a:solidFill>
                <a:latin typeface="Helvetica Neue"/>
                <a:ea typeface="Helvetica Neue"/>
                <a:cs typeface="Helvetica Neue"/>
                <a:sym typeface="Helvetica Neue"/>
              </a:defRPr>
            </a:lvl2pPr>
            <a:lvl3pPr indent="0" lvl="2" marL="38100" marR="0" rtl="0" algn="l">
              <a:lnSpc>
                <a:spcPct val="112500"/>
              </a:lnSpc>
              <a:spcBef>
                <a:spcPts val="0"/>
              </a:spcBef>
              <a:buNone/>
              <a:defRPr b="0" i="0" sz="600" u="none">
                <a:solidFill>
                  <a:schemeClr val="dk1"/>
                </a:solidFill>
                <a:latin typeface="Helvetica Neue"/>
                <a:ea typeface="Helvetica Neue"/>
                <a:cs typeface="Helvetica Neue"/>
                <a:sym typeface="Helvetica Neue"/>
              </a:defRPr>
            </a:lvl3pPr>
            <a:lvl4pPr indent="0" lvl="3" marL="38100" marR="0" rtl="0" algn="l">
              <a:lnSpc>
                <a:spcPct val="112500"/>
              </a:lnSpc>
              <a:spcBef>
                <a:spcPts val="0"/>
              </a:spcBef>
              <a:buNone/>
              <a:defRPr b="0" i="0" sz="600" u="none">
                <a:solidFill>
                  <a:schemeClr val="dk1"/>
                </a:solidFill>
                <a:latin typeface="Helvetica Neue"/>
                <a:ea typeface="Helvetica Neue"/>
                <a:cs typeface="Helvetica Neue"/>
                <a:sym typeface="Helvetica Neue"/>
              </a:defRPr>
            </a:lvl4pPr>
            <a:lvl5pPr indent="0" lvl="4" marL="38100" marR="0" rtl="0" algn="l">
              <a:lnSpc>
                <a:spcPct val="112500"/>
              </a:lnSpc>
              <a:spcBef>
                <a:spcPts val="0"/>
              </a:spcBef>
              <a:buNone/>
              <a:defRPr b="0" i="0" sz="600" u="none">
                <a:solidFill>
                  <a:schemeClr val="dk1"/>
                </a:solidFill>
                <a:latin typeface="Helvetica Neue"/>
                <a:ea typeface="Helvetica Neue"/>
                <a:cs typeface="Helvetica Neue"/>
                <a:sym typeface="Helvetica Neue"/>
              </a:defRPr>
            </a:lvl5pPr>
            <a:lvl6pPr indent="0" lvl="5" marL="38100" marR="0" rtl="0" algn="l">
              <a:lnSpc>
                <a:spcPct val="112500"/>
              </a:lnSpc>
              <a:spcBef>
                <a:spcPts val="0"/>
              </a:spcBef>
              <a:buNone/>
              <a:defRPr b="0" i="0" sz="600" u="none">
                <a:solidFill>
                  <a:schemeClr val="dk1"/>
                </a:solidFill>
                <a:latin typeface="Helvetica Neue"/>
                <a:ea typeface="Helvetica Neue"/>
                <a:cs typeface="Helvetica Neue"/>
                <a:sym typeface="Helvetica Neue"/>
              </a:defRPr>
            </a:lvl6pPr>
            <a:lvl7pPr indent="0" lvl="6" marL="38100" marR="0" rtl="0" algn="l">
              <a:lnSpc>
                <a:spcPct val="112500"/>
              </a:lnSpc>
              <a:spcBef>
                <a:spcPts val="0"/>
              </a:spcBef>
              <a:buNone/>
              <a:defRPr b="0" i="0" sz="600" u="none">
                <a:solidFill>
                  <a:schemeClr val="dk1"/>
                </a:solidFill>
                <a:latin typeface="Helvetica Neue"/>
                <a:ea typeface="Helvetica Neue"/>
                <a:cs typeface="Helvetica Neue"/>
                <a:sym typeface="Helvetica Neue"/>
              </a:defRPr>
            </a:lvl7pPr>
            <a:lvl8pPr indent="0" lvl="7" marL="38100" marR="0" rtl="0" algn="l">
              <a:lnSpc>
                <a:spcPct val="112500"/>
              </a:lnSpc>
              <a:spcBef>
                <a:spcPts val="0"/>
              </a:spcBef>
              <a:buNone/>
              <a:defRPr b="0" i="0" sz="600" u="none">
                <a:solidFill>
                  <a:schemeClr val="dk1"/>
                </a:solidFill>
                <a:latin typeface="Helvetica Neue"/>
                <a:ea typeface="Helvetica Neue"/>
                <a:cs typeface="Helvetica Neue"/>
                <a:sym typeface="Helvetica Neue"/>
              </a:defRPr>
            </a:lvl8pPr>
            <a:lvl9pPr indent="0" lvl="8" marL="38100" marR="0" rtl="0" algn="l">
              <a:lnSpc>
                <a:spcPct val="112500"/>
              </a:lnSpc>
              <a:spcBef>
                <a:spcPts val="0"/>
              </a:spcBef>
              <a:buNone/>
              <a:defRPr b="0" i="0" sz="600" u="none">
                <a:solidFill>
                  <a:schemeClr val="dk1"/>
                </a:solidFill>
                <a:latin typeface="Helvetica Neue"/>
                <a:ea typeface="Helvetica Neue"/>
                <a:cs typeface="Helvetica Neue"/>
                <a:sym typeface="Helvetica Neue"/>
              </a:defRPr>
            </a:lvl9pPr>
          </a:lstStyle>
          <a:p>
            <a:pPr indent="0" lvl="0" marL="3810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0" Type="http://schemas.openxmlformats.org/officeDocument/2006/relationships/image" Target="../media/image32.png"/><Relationship Id="rId22" Type="http://schemas.openxmlformats.org/officeDocument/2006/relationships/image" Target="../media/image39.png"/><Relationship Id="rId21" Type="http://schemas.openxmlformats.org/officeDocument/2006/relationships/image" Target="../media/image33.png"/><Relationship Id="rId24" Type="http://schemas.openxmlformats.org/officeDocument/2006/relationships/image" Target="../media/image36.png"/><Relationship Id="rId23" Type="http://schemas.openxmlformats.org/officeDocument/2006/relationships/image" Target="../media/image35.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7.png"/><Relationship Id="rId9" Type="http://schemas.openxmlformats.org/officeDocument/2006/relationships/image" Target="../media/image15.png"/><Relationship Id="rId26" Type="http://schemas.openxmlformats.org/officeDocument/2006/relationships/image" Target="../media/image38.png"/><Relationship Id="rId25" Type="http://schemas.openxmlformats.org/officeDocument/2006/relationships/image" Target="../media/image34.png"/><Relationship Id="rId28" Type="http://schemas.openxmlformats.org/officeDocument/2006/relationships/image" Target="../media/image37.png"/><Relationship Id="rId27" Type="http://schemas.openxmlformats.org/officeDocument/2006/relationships/image" Target="../media/image46.png"/><Relationship Id="rId5" Type="http://schemas.openxmlformats.org/officeDocument/2006/relationships/image" Target="../media/image10.png"/><Relationship Id="rId6" Type="http://schemas.openxmlformats.org/officeDocument/2006/relationships/image" Target="../media/image11.png"/><Relationship Id="rId29" Type="http://schemas.openxmlformats.org/officeDocument/2006/relationships/image" Target="../media/image40.png"/><Relationship Id="rId7" Type="http://schemas.openxmlformats.org/officeDocument/2006/relationships/image" Target="../media/image12.png"/><Relationship Id="rId8" Type="http://schemas.openxmlformats.org/officeDocument/2006/relationships/image" Target="../media/image43.png"/><Relationship Id="rId31" Type="http://schemas.openxmlformats.org/officeDocument/2006/relationships/image" Target="../media/image56.png"/><Relationship Id="rId30" Type="http://schemas.openxmlformats.org/officeDocument/2006/relationships/image" Target="../media/image42.png"/><Relationship Id="rId11" Type="http://schemas.openxmlformats.org/officeDocument/2006/relationships/image" Target="../media/image18.png"/><Relationship Id="rId33" Type="http://schemas.openxmlformats.org/officeDocument/2006/relationships/image" Target="../media/image57.png"/><Relationship Id="rId10" Type="http://schemas.openxmlformats.org/officeDocument/2006/relationships/image" Target="../media/image16.png"/><Relationship Id="rId32" Type="http://schemas.openxmlformats.org/officeDocument/2006/relationships/image" Target="../media/image45.png"/><Relationship Id="rId13" Type="http://schemas.openxmlformats.org/officeDocument/2006/relationships/image" Target="../media/image27.png"/><Relationship Id="rId35" Type="http://schemas.openxmlformats.org/officeDocument/2006/relationships/image" Target="../media/image44.png"/><Relationship Id="rId12" Type="http://schemas.openxmlformats.org/officeDocument/2006/relationships/image" Target="../media/image14.png"/><Relationship Id="rId34" Type="http://schemas.openxmlformats.org/officeDocument/2006/relationships/image" Target="../media/image47.png"/><Relationship Id="rId15" Type="http://schemas.openxmlformats.org/officeDocument/2006/relationships/image" Target="../media/image21.png"/><Relationship Id="rId37" Type="http://schemas.openxmlformats.org/officeDocument/2006/relationships/image" Target="../media/image77.png"/><Relationship Id="rId14" Type="http://schemas.openxmlformats.org/officeDocument/2006/relationships/image" Target="../media/image41.png"/><Relationship Id="rId36" Type="http://schemas.openxmlformats.org/officeDocument/2006/relationships/image" Target="../media/image61.png"/><Relationship Id="rId17" Type="http://schemas.openxmlformats.org/officeDocument/2006/relationships/image" Target="../media/image71.png"/><Relationship Id="rId16" Type="http://schemas.openxmlformats.org/officeDocument/2006/relationships/image" Target="../media/image23.png"/><Relationship Id="rId38" Type="http://schemas.openxmlformats.org/officeDocument/2006/relationships/image" Target="../media/image50.png"/><Relationship Id="rId19" Type="http://schemas.openxmlformats.org/officeDocument/2006/relationships/image" Target="../media/image26.png"/><Relationship Id="rId18"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8.png"/><Relationship Id="rId4" Type="http://schemas.openxmlformats.org/officeDocument/2006/relationships/image" Target="../media/image51.png"/><Relationship Id="rId5" Type="http://schemas.openxmlformats.org/officeDocument/2006/relationships/image" Target="../media/image62.png"/><Relationship Id="rId6"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7.png"/><Relationship Id="rId5" Type="http://schemas.openxmlformats.org/officeDocument/2006/relationships/image" Target="../media/image30.png"/><Relationship Id="rId6" Type="http://schemas.openxmlformats.org/officeDocument/2006/relationships/image" Target="../media/image5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54.png"/><Relationship Id="rId5" Type="http://schemas.openxmlformats.org/officeDocument/2006/relationships/image" Target="../media/image7.png"/><Relationship Id="rId6"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58.png"/><Relationship Id="rId5" Type="http://schemas.openxmlformats.org/officeDocument/2006/relationships/image" Target="../media/image7.png"/><Relationship Id="rId6" Type="http://schemas.openxmlformats.org/officeDocument/2006/relationships/image" Target="../media/image6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58.png"/><Relationship Id="rId5" Type="http://schemas.openxmlformats.org/officeDocument/2006/relationships/image" Target="../media/image7.png"/><Relationship Id="rId6" Type="http://schemas.openxmlformats.org/officeDocument/2006/relationships/image" Target="../media/image54.png"/><Relationship Id="rId7" Type="http://schemas.openxmlformats.org/officeDocument/2006/relationships/image" Target="../media/image6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54.png"/><Relationship Id="rId6" Type="http://schemas.openxmlformats.org/officeDocument/2006/relationships/image" Target="../media/image6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4.png"/><Relationship Id="rId4" Type="http://schemas.openxmlformats.org/officeDocument/2006/relationships/image" Target="../media/image7.png"/><Relationship Id="rId5" Type="http://schemas.openxmlformats.org/officeDocument/2006/relationships/image" Target="../media/image6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4.png"/><Relationship Id="rId4" Type="http://schemas.openxmlformats.org/officeDocument/2006/relationships/image" Target="../media/image7.png"/><Relationship Id="rId5" Type="http://schemas.openxmlformats.org/officeDocument/2006/relationships/image" Target="../media/image5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81.png"/><Relationship Id="rId4" Type="http://schemas.openxmlformats.org/officeDocument/2006/relationships/image" Target="../media/image54.png"/><Relationship Id="rId5" Type="http://schemas.openxmlformats.org/officeDocument/2006/relationships/image" Target="../media/image7.png"/><Relationship Id="rId6"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4.png"/><Relationship Id="rId4" Type="http://schemas.openxmlformats.org/officeDocument/2006/relationships/image" Target="../media/image7.png"/><Relationship Id="rId5" Type="http://schemas.openxmlformats.org/officeDocument/2006/relationships/image" Target="../media/image72.png"/><Relationship Id="rId6" Type="http://schemas.openxmlformats.org/officeDocument/2006/relationships/image" Target="../media/image54.png"/><Relationship Id="rId7" Type="http://schemas.openxmlformats.org/officeDocument/2006/relationships/image" Target="../media/image5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69.png"/><Relationship Id="rId4" Type="http://schemas.openxmlformats.org/officeDocument/2006/relationships/image" Target="../media/image5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7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7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0.png"/><Relationship Id="rId4" Type="http://schemas.openxmlformats.org/officeDocument/2006/relationships/image" Target="../media/image7.png"/><Relationship Id="rId5" Type="http://schemas.openxmlformats.org/officeDocument/2006/relationships/image" Target="../media/image7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4.png"/><Relationship Id="rId4" Type="http://schemas.openxmlformats.org/officeDocument/2006/relationships/image" Target="../media/image58.png"/><Relationship Id="rId5" Type="http://schemas.openxmlformats.org/officeDocument/2006/relationships/image" Target="../media/image7.png"/><Relationship Id="rId6" Type="http://schemas.openxmlformats.org/officeDocument/2006/relationships/image" Target="../media/image54.png"/><Relationship Id="rId7" Type="http://schemas.openxmlformats.org/officeDocument/2006/relationships/image" Target="../media/image81.png"/><Relationship Id="rId8"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0.png"/><Relationship Id="rId4" Type="http://schemas.openxmlformats.org/officeDocument/2006/relationships/image" Target="../media/image7.png"/><Relationship Id="rId5" Type="http://schemas.openxmlformats.org/officeDocument/2006/relationships/image" Target="../media/image5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png"/><Relationship Id="rId4" Type="http://schemas.openxmlformats.org/officeDocument/2006/relationships/image" Target="../media/image80.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83.png"/><Relationship Id="rId4" Type="http://schemas.openxmlformats.org/officeDocument/2006/relationships/image" Target="../media/image87.png"/><Relationship Id="rId5" Type="http://schemas.openxmlformats.org/officeDocument/2006/relationships/image" Target="../media/image86.png"/><Relationship Id="rId6" Type="http://schemas.openxmlformats.org/officeDocument/2006/relationships/image" Target="../media/image85.png"/><Relationship Id="rId7" Type="http://schemas.openxmlformats.org/officeDocument/2006/relationships/image" Target="../media/image8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
          <p:cNvSpPr txBox="1"/>
          <p:nvPr/>
        </p:nvSpPr>
        <p:spPr>
          <a:xfrm>
            <a:off x="604304" y="923719"/>
            <a:ext cx="3398520" cy="232756"/>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Complex Engineering Problems and Activities</a:t>
            </a:r>
            <a:endParaRPr sz="1400">
              <a:solidFill>
                <a:schemeClr val="accent1"/>
              </a:solidFill>
              <a:latin typeface="Trebuchet MS"/>
              <a:ea typeface="Trebuchet MS"/>
              <a:cs typeface="Trebuchet MS"/>
              <a:sym typeface="Trebuchet MS"/>
            </a:endParaRPr>
          </a:p>
        </p:txBody>
      </p:sp>
      <p:sp>
        <p:nvSpPr>
          <p:cNvPr id="56" name="Google Shape;56;p1"/>
          <p:cNvSpPr txBox="1"/>
          <p:nvPr/>
        </p:nvSpPr>
        <p:spPr>
          <a:xfrm>
            <a:off x="2983836" y="3334918"/>
            <a:ext cx="1071880" cy="102235"/>
          </a:xfrm>
          <a:prstGeom prst="rect">
            <a:avLst/>
          </a:prstGeom>
          <a:noFill/>
          <a:ln>
            <a:noFill/>
          </a:ln>
        </p:spPr>
        <p:txBody>
          <a:bodyPr anchorCtr="0" anchor="t" bIns="0" lIns="0" spcFirstLastPara="1" rIns="0" wrap="square" tIns="0">
            <a:spAutoFit/>
          </a:bodyPr>
          <a:lstStyle/>
          <a:p>
            <a:pPr indent="0" lvl="0" marL="12700" marR="0" rtl="0" algn="l">
              <a:lnSpc>
                <a:spcPct val="112500"/>
              </a:lnSpc>
              <a:spcBef>
                <a:spcPts val="0"/>
              </a:spcBef>
              <a:spcAft>
                <a:spcPts val="0"/>
              </a:spcAft>
              <a:buNone/>
            </a:pPr>
            <a:r>
              <a:rPr lang="en-US" sz="600">
                <a:solidFill>
                  <a:schemeClr val="dk1"/>
                </a:solidFill>
                <a:latin typeface="Helvetica Neue"/>
                <a:ea typeface="Helvetica Neue"/>
                <a:cs typeface="Helvetica Neue"/>
                <a:sym typeface="Helvetica Neue"/>
              </a:rPr>
              <a:t>Complex Engineering Problems</a:t>
            </a:r>
            <a:endParaRPr sz="600">
              <a:solidFill>
                <a:schemeClr val="dk1"/>
              </a:solidFill>
              <a:latin typeface="Helvetica Neue"/>
              <a:ea typeface="Helvetica Neue"/>
              <a:cs typeface="Helvetica Neue"/>
              <a:sym typeface="Helvetica Neue"/>
            </a:endParaRPr>
          </a:p>
        </p:txBody>
      </p:sp>
      <p:sp>
        <p:nvSpPr>
          <p:cNvPr id="57" name="Google Shape;57;p1"/>
          <p:cNvSpPr txBox="1"/>
          <p:nvPr/>
        </p:nvSpPr>
        <p:spPr>
          <a:xfrm>
            <a:off x="4389990" y="3334918"/>
            <a:ext cx="116839"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Outcome of this session</a:t>
            </a:r>
            <a:endParaRPr sz="1400">
              <a:solidFill>
                <a:schemeClr val="accent1"/>
              </a:solidFill>
              <a:latin typeface="Trebuchet MS"/>
              <a:ea typeface="Trebuchet MS"/>
              <a:cs typeface="Trebuchet MS"/>
              <a:sym typeface="Trebuchet MS"/>
            </a:endParaRPr>
          </a:p>
        </p:txBody>
      </p:sp>
      <p:pic>
        <p:nvPicPr>
          <p:cNvPr id="63" name="Google Shape;63;p2"/>
          <p:cNvPicPr preferRelativeResize="0"/>
          <p:nvPr/>
        </p:nvPicPr>
        <p:blipFill rotWithShape="1">
          <a:blip r:embed="rId3">
            <a:alphaModFix/>
          </a:blip>
          <a:srcRect b="0" l="0" r="0" t="0"/>
          <a:stretch/>
        </p:blipFill>
        <p:spPr>
          <a:xfrm>
            <a:off x="181495" y="1119197"/>
            <a:ext cx="114214" cy="114214"/>
          </a:xfrm>
          <a:prstGeom prst="rect">
            <a:avLst/>
          </a:prstGeom>
          <a:noFill/>
          <a:ln>
            <a:noFill/>
          </a:ln>
        </p:spPr>
      </p:pic>
      <p:sp>
        <p:nvSpPr>
          <p:cNvPr id="64" name="Google Shape;64;p2"/>
          <p:cNvSpPr txBox="1"/>
          <p:nvPr/>
        </p:nvSpPr>
        <p:spPr>
          <a:xfrm>
            <a:off x="205740" y="1106264"/>
            <a:ext cx="6604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1</a:t>
            </a:r>
            <a:endParaRPr sz="600">
              <a:solidFill>
                <a:schemeClr val="dk1"/>
              </a:solidFill>
              <a:latin typeface="Helvetica Neue"/>
              <a:ea typeface="Helvetica Neue"/>
              <a:cs typeface="Helvetica Neue"/>
              <a:sym typeface="Helvetica Neue"/>
            </a:endParaRPr>
          </a:p>
        </p:txBody>
      </p:sp>
      <p:sp>
        <p:nvSpPr>
          <p:cNvPr id="65" name="Google Shape;65;p2"/>
          <p:cNvSpPr txBox="1"/>
          <p:nvPr/>
        </p:nvSpPr>
        <p:spPr>
          <a:xfrm>
            <a:off x="356755" y="1065071"/>
            <a:ext cx="1843405" cy="1644650"/>
          </a:xfrm>
          <a:prstGeom prst="rect">
            <a:avLst/>
          </a:prstGeom>
          <a:noFill/>
          <a:ln>
            <a:noFill/>
          </a:ln>
        </p:spPr>
        <p:txBody>
          <a:bodyPr anchorCtr="0" anchor="t" bIns="0" lIns="0" spcFirstLastPara="1" rIns="0" wrap="square" tIns="6975">
            <a:spAutoFit/>
          </a:bodyPr>
          <a:lstStyle/>
          <a:p>
            <a:pPr indent="0" lvl="0" marL="12700" marR="127000" rtl="0" algn="l">
              <a:lnSpc>
                <a:spcPct val="102600"/>
              </a:lnSpc>
              <a:spcBef>
                <a:spcPts val="0"/>
              </a:spcBef>
              <a:spcAft>
                <a:spcPts val="0"/>
              </a:spcAft>
              <a:buNone/>
            </a:pPr>
            <a:r>
              <a:rPr lang="en-US" sz="1100">
                <a:solidFill>
                  <a:schemeClr val="dk1"/>
                </a:solidFill>
                <a:latin typeface="Tahoma"/>
                <a:ea typeface="Tahoma"/>
                <a:cs typeface="Tahoma"/>
                <a:sym typeface="Tahoma"/>
              </a:rPr>
              <a:t>Identify Complex Engineering  problem attributes</a:t>
            </a:r>
            <a:endParaRPr sz="1100">
              <a:solidFill>
                <a:schemeClr val="dk1"/>
              </a:solidFill>
              <a:latin typeface="Tahoma"/>
              <a:ea typeface="Tahoma"/>
              <a:cs typeface="Tahoma"/>
              <a:sym typeface="Tahoma"/>
            </a:endParaRPr>
          </a:p>
          <a:p>
            <a:pPr indent="0" lvl="0" marL="12700" marR="41910" rtl="0" algn="l">
              <a:lnSpc>
                <a:spcPct val="102600"/>
              </a:lnSpc>
              <a:spcBef>
                <a:spcPts val="300"/>
              </a:spcBef>
              <a:spcAft>
                <a:spcPts val="0"/>
              </a:spcAft>
              <a:buNone/>
            </a:pPr>
            <a:r>
              <a:rPr lang="en-US" sz="1100">
                <a:solidFill>
                  <a:schemeClr val="dk1"/>
                </a:solidFill>
                <a:latin typeface="Tahoma"/>
                <a:ea typeface="Tahoma"/>
                <a:cs typeface="Tahoma"/>
                <a:sym typeface="Tahoma"/>
              </a:rPr>
              <a:t>Identify and map relationships  between POs and Complex  Engineering problem attributes</a:t>
            </a:r>
            <a:endParaRPr sz="1100">
              <a:solidFill>
                <a:schemeClr val="dk1"/>
              </a:solidFill>
              <a:latin typeface="Tahoma"/>
              <a:ea typeface="Tahoma"/>
              <a:cs typeface="Tahoma"/>
              <a:sym typeface="Tahoma"/>
            </a:endParaRPr>
          </a:p>
          <a:p>
            <a:pPr indent="0" lvl="0" marL="12700" marR="5080" rtl="0" algn="l">
              <a:lnSpc>
                <a:spcPct val="102600"/>
              </a:lnSpc>
              <a:spcBef>
                <a:spcPts val="300"/>
              </a:spcBef>
              <a:spcAft>
                <a:spcPts val="0"/>
              </a:spcAft>
              <a:buNone/>
            </a:pPr>
            <a:r>
              <a:rPr lang="en-US" sz="1100">
                <a:solidFill>
                  <a:schemeClr val="dk1"/>
                </a:solidFill>
                <a:latin typeface="Tahoma"/>
                <a:ea typeface="Tahoma"/>
                <a:cs typeface="Tahoma"/>
                <a:sym typeface="Tahoma"/>
              </a:rPr>
              <a:t>Select courses suitable to  demonstrate the culmination of  Program Outcomes in solving  Complex Engineering Problems</a:t>
            </a:r>
            <a:endParaRPr sz="1100">
              <a:solidFill>
                <a:schemeClr val="dk1"/>
              </a:solidFill>
              <a:latin typeface="Tahoma"/>
              <a:ea typeface="Tahoma"/>
              <a:cs typeface="Tahoma"/>
              <a:sym typeface="Tahoma"/>
            </a:endParaRPr>
          </a:p>
        </p:txBody>
      </p:sp>
      <p:pic>
        <p:nvPicPr>
          <p:cNvPr id="66" name="Google Shape;66;p2"/>
          <p:cNvPicPr preferRelativeResize="0"/>
          <p:nvPr/>
        </p:nvPicPr>
        <p:blipFill rotWithShape="1">
          <a:blip r:embed="rId3">
            <a:alphaModFix/>
          </a:blip>
          <a:srcRect b="0" l="0" r="0" t="0"/>
          <a:stretch/>
        </p:blipFill>
        <p:spPr>
          <a:xfrm>
            <a:off x="181495" y="1501301"/>
            <a:ext cx="114214" cy="114214"/>
          </a:xfrm>
          <a:prstGeom prst="rect">
            <a:avLst/>
          </a:prstGeom>
          <a:noFill/>
          <a:ln>
            <a:noFill/>
          </a:ln>
        </p:spPr>
      </p:pic>
      <p:sp>
        <p:nvSpPr>
          <p:cNvPr id="67" name="Google Shape;67;p2"/>
          <p:cNvSpPr txBox="1"/>
          <p:nvPr/>
        </p:nvSpPr>
        <p:spPr>
          <a:xfrm flipH="1" rot="10800000">
            <a:off x="205750" y="1628632"/>
            <a:ext cx="660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2</a:t>
            </a:r>
            <a:endParaRPr sz="600">
              <a:solidFill>
                <a:schemeClr val="dk1"/>
              </a:solidFill>
              <a:latin typeface="Helvetica Neue"/>
              <a:ea typeface="Helvetica Neue"/>
              <a:cs typeface="Helvetica Neue"/>
              <a:sym typeface="Helvetica Neue"/>
            </a:endParaRPr>
          </a:p>
        </p:txBody>
      </p:sp>
      <p:pic>
        <p:nvPicPr>
          <p:cNvPr id="68" name="Google Shape;68;p2"/>
          <p:cNvPicPr preferRelativeResize="0"/>
          <p:nvPr/>
        </p:nvPicPr>
        <p:blipFill rotWithShape="1">
          <a:blip r:embed="rId3">
            <a:alphaModFix/>
          </a:blip>
          <a:srcRect b="0" l="0" r="0" t="0"/>
          <a:stretch/>
        </p:blipFill>
        <p:spPr>
          <a:xfrm>
            <a:off x="181495" y="2360279"/>
            <a:ext cx="114214" cy="114214"/>
          </a:xfrm>
          <a:prstGeom prst="rect">
            <a:avLst/>
          </a:prstGeom>
          <a:noFill/>
          <a:ln>
            <a:noFill/>
          </a:ln>
        </p:spPr>
      </p:pic>
      <p:sp>
        <p:nvSpPr>
          <p:cNvPr id="69" name="Google Shape;69;p2"/>
          <p:cNvSpPr txBox="1"/>
          <p:nvPr/>
        </p:nvSpPr>
        <p:spPr>
          <a:xfrm flipH="1" rot="10800000">
            <a:off x="205752" y="2380768"/>
            <a:ext cx="66000" cy="1044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3</a:t>
            </a:r>
            <a:endParaRPr sz="600">
              <a:solidFill>
                <a:schemeClr val="dk1"/>
              </a:solidFill>
              <a:latin typeface="Helvetica Neue"/>
              <a:ea typeface="Helvetica Neue"/>
              <a:cs typeface="Helvetica Neue"/>
              <a:sym typeface="Helvetica Neue"/>
            </a:endParaRPr>
          </a:p>
        </p:txBody>
      </p:sp>
      <p:pic>
        <p:nvPicPr>
          <p:cNvPr id="70" name="Google Shape;70;p2"/>
          <p:cNvPicPr preferRelativeResize="0"/>
          <p:nvPr/>
        </p:nvPicPr>
        <p:blipFill rotWithShape="1">
          <a:blip r:embed="rId4">
            <a:alphaModFix/>
          </a:blip>
          <a:srcRect b="0" l="0" r="0" t="0"/>
          <a:stretch/>
        </p:blipFill>
        <p:spPr>
          <a:xfrm>
            <a:off x="2350185" y="1196040"/>
            <a:ext cx="2165565" cy="1436492"/>
          </a:xfrm>
          <a:prstGeom prst="rect">
            <a:avLst/>
          </a:prstGeom>
          <a:noFill/>
          <a:ln>
            <a:noFill/>
          </a:ln>
        </p:spPr>
      </p:pic>
      <p:sp>
        <p:nvSpPr>
          <p:cNvPr id="71" name="Google Shape;71;p2"/>
          <p:cNvSpPr txBox="1"/>
          <p:nvPr/>
        </p:nvSpPr>
        <p:spPr>
          <a:xfrm>
            <a:off x="2983836" y="3346277"/>
            <a:ext cx="1071880" cy="102235"/>
          </a:xfrm>
          <a:prstGeom prst="rect">
            <a:avLst/>
          </a:prstGeom>
          <a:noFill/>
          <a:ln>
            <a:noFill/>
          </a:ln>
        </p:spPr>
        <p:txBody>
          <a:bodyPr anchorCtr="0" anchor="t" bIns="0" lIns="0" spcFirstLastPara="1" rIns="0" wrap="square" tIns="0">
            <a:spAutoFit/>
          </a:bodyPr>
          <a:lstStyle/>
          <a:p>
            <a:pPr indent="0" lvl="0" marL="12700" marR="0" rtl="0" algn="l">
              <a:lnSpc>
                <a:spcPct val="112500"/>
              </a:lnSpc>
              <a:spcBef>
                <a:spcPts val="0"/>
              </a:spcBef>
              <a:spcAft>
                <a:spcPts val="0"/>
              </a:spcAft>
              <a:buNone/>
            </a:pPr>
            <a:r>
              <a:rPr lang="en-US" sz="600">
                <a:solidFill>
                  <a:schemeClr val="dk1"/>
                </a:solidFill>
                <a:latin typeface="Helvetica Neue"/>
                <a:ea typeface="Helvetica Neue"/>
                <a:cs typeface="Helvetica Neue"/>
                <a:sym typeface="Helvetica Neue"/>
              </a:rPr>
              <a:t>Complex Engineering Problems</a:t>
            </a:r>
            <a:endParaRPr sz="600">
              <a:solidFill>
                <a:schemeClr val="dk1"/>
              </a:solidFill>
              <a:latin typeface="Helvetica Neue"/>
              <a:ea typeface="Helvetica Neue"/>
              <a:cs typeface="Helvetica Neue"/>
              <a:sym typeface="Helvetica Neue"/>
            </a:endParaRPr>
          </a:p>
        </p:txBody>
      </p:sp>
      <p:sp>
        <p:nvSpPr>
          <p:cNvPr id="72" name="Google Shape;72;p2"/>
          <p:cNvSpPr txBox="1"/>
          <p:nvPr/>
        </p:nvSpPr>
        <p:spPr>
          <a:xfrm>
            <a:off x="4389990" y="3346277"/>
            <a:ext cx="116839"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3"/>
          <p:cNvSpPr/>
          <p:nvPr/>
        </p:nvSpPr>
        <p:spPr>
          <a:xfrm>
            <a:off x="0" y="130175"/>
            <a:ext cx="4610100" cy="320531"/>
          </a:xfrm>
          <a:custGeom>
            <a:rect b="b" l="l" r="r" t="t"/>
            <a:pathLst>
              <a:path extrusionOk="0" h="1143000" w="9144000">
                <a:moveTo>
                  <a:pt x="9144000" y="0"/>
                </a:moveTo>
                <a:lnTo>
                  <a:pt x="0" y="0"/>
                </a:lnTo>
                <a:lnTo>
                  <a:pt x="0" y="1143000"/>
                </a:lnTo>
                <a:lnTo>
                  <a:pt x="9144000" y="1143000"/>
                </a:lnTo>
                <a:lnTo>
                  <a:pt x="9144000" y="0"/>
                </a:lnTo>
                <a:close/>
              </a:path>
            </a:pathLst>
          </a:custGeom>
          <a:solidFill>
            <a:srgbClr val="FF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78" name="Google Shape;78;p3"/>
          <p:cNvSpPr txBox="1"/>
          <p:nvPr>
            <p:ph type="title"/>
          </p:nvPr>
        </p:nvSpPr>
        <p:spPr>
          <a:xfrm>
            <a:off x="476250" y="139101"/>
            <a:ext cx="3070716" cy="252687"/>
          </a:xfrm>
          <a:prstGeom prst="rect">
            <a:avLst/>
          </a:prstGeom>
          <a:noFill/>
          <a:ln>
            <a:noFill/>
          </a:ln>
        </p:spPr>
        <p:txBody>
          <a:bodyPr anchorCtr="0" anchor="t" bIns="0" lIns="0" spcFirstLastPara="1" rIns="0" wrap="square" tIns="6400">
            <a:spAutoFit/>
          </a:bodyPr>
          <a:lstStyle/>
          <a:p>
            <a:pPr indent="0" lvl="0" marL="6403" rtl="0" algn="l">
              <a:spcBef>
                <a:spcPts val="0"/>
              </a:spcBef>
              <a:spcAft>
                <a:spcPts val="0"/>
              </a:spcAft>
              <a:buNone/>
            </a:pPr>
            <a:r>
              <a:rPr lang="en-US" sz="1600">
                <a:solidFill>
                  <a:schemeClr val="accent1"/>
                </a:solidFill>
                <a:latin typeface="Trebuchet MS"/>
                <a:ea typeface="Trebuchet MS"/>
                <a:cs typeface="Trebuchet MS"/>
                <a:sym typeface="Trebuchet MS"/>
              </a:rPr>
              <a:t>Engineering Domain</a:t>
            </a:r>
            <a:endParaRPr/>
          </a:p>
        </p:txBody>
      </p:sp>
      <p:grpSp>
        <p:nvGrpSpPr>
          <p:cNvPr id="79" name="Google Shape;79;p3"/>
          <p:cNvGrpSpPr/>
          <p:nvPr/>
        </p:nvGrpSpPr>
        <p:grpSpPr>
          <a:xfrm>
            <a:off x="1421832" y="441506"/>
            <a:ext cx="3034982" cy="244591"/>
            <a:chOff x="2820161" y="1344929"/>
            <a:chExt cx="6019800" cy="485140"/>
          </a:xfrm>
        </p:grpSpPr>
        <p:sp>
          <p:nvSpPr>
            <p:cNvPr id="80" name="Google Shape;80;p3"/>
            <p:cNvSpPr/>
            <p:nvPr/>
          </p:nvSpPr>
          <p:spPr>
            <a:xfrm>
              <a:off x="2820161" y="1344929"/>
              <a:ext cx="6019800" cy="485140"/>
            </a:xfrm>
            <a:custGeom>
              <a:rect b="b" l="l" r="r" t="t"/>
              <a:pathLst>
                <a:path extrusionOk="0" h="485139" w="6019800">
                  <a:moveTo>
                    <a:pt x="242315" y="0"/>
                  </a:moveTo>
                  <a:lnTo>
                    <a:pt x="0" y="242316"/>
                  </a:lnTo>
                  <a:lnTo>
                    <a:pt x="242315" y="484632"/>
                  </a:lnTo>
                  <a:lnTo>
                    <a:pt x="242315" y="363474"/>
                  </a:lnTo>
                  <a:lnTo>
                    <a:pt x="6019799" y="363474"/>
                  </a:lnTo>
                  <a:lnTo>
                    <a:pt x="6019799" y="121158"/>
                  </a:lnTo>
                  <a:lnTo>
                    <a:pt x="242315" y="121158"/>
                  </a:lnTo>
                  <a:lnTo>
                    <a:pt x="242315"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81" name="Google Shape;81;p3"/>
            <p:cNvSpPr/>
            <p:nvPr/>
          </p:nvSpPr>
          <p:spPr>
            <a:xfrm>
              <a:off x="2820161" y="1344929"/>
              <a:ext cx="6019800" cy="485140"/>
            </a:xfrm>
            <a:custGeom>
              <a:rect b="b" l="l" r="r" t="t"/>
              <a:pathLst>
                <a:path extrusionOk="0" h="485139" w="6019800">
                  <a:moveTo>
                    <a:pt x="0" y="242316"/>
                  </a:moveTo>
                  <a:lnTo>
                    <a:pt x="242315" y="0"/>
                  </a:lnTo>
                  <a:lnTo>
                    <a:pt x="242315" y="121158"/>
                  </a:lnTo>
                  <a:lnTo>
                    <a:pt x="6019799" y="121158"/>
                  </a:lnTo>
                  <a:lnTo>
                    <a:pt x="6019799" y="363474"/>
                  </a:lnTo>
                  <a:lnTo>
                    <a:pt x="242315" y="363474"/>
                  </a:lnTo>
                  <a:lnTo>
                    <a:pt x="242315" y="484632"/>
                  </a:lnTo>
                  <a:lnTo>
                    <a:pt x="0" y="242316"/>
                  </a:lnTo>
                  <a:close/>
                </a:path>
              </a:pathLst>
            </a:custGeom>
            <a:noFill/>
            <a:ln cap="flat" cmpd="sng" w="25900">
              <a:solidFill>
                <a:srgbClr val="385D8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82" name="Google Shape;82;p3"/>
          <p:cNvSpPr txBox="1"/>
          <p:nvPr/>
        </p:nvSpPr>
        <p:spPr>
          <a:xfrm>
            <a:off x="2735389" y="480372"/>
            <a:ext cx="468694" cy="146184"/>
          </a:xfrm>
          <a:prstGeom prst="rect">
            <a:avLst/>
          </a:prstGeom>
          <a:noFill/>
          <a:ln>
            <a:noFill/>
          </a:ln>
        </p:spPr>
        <p:txBody>
          <a:bodyPr anchorCtr="0" anchor="t" bIns="0" lIns="0" spcFirstLastPara="1" rIns="0" wrap="square" tIns="6400">
            <a:spAutoFit/>
          </a:bodyPr>
          <a:lstStyle/>
          <a:p>
            <a:pPr indent="0" lvl="0" marL="6403" marR="0" rtl="0" algn="l">
              <a:spcBef>
                <a:spcPts val="0"/>
              </a:spcBef>
              <a:spcAft>
                <a:spcPts val="0"/>
              </a:spcAft>
              <a:buNone/>
            </a:pPr>
            <a:r>
              <a:rPr lang="en-US" sz="908">
                <a:solidFill>
                  <a:srgbClr val="FFFFFF"/>
                </a:solidFill>
                <a:latin typeface="Calibri"/>
                <a:ea typeface="Calibri"/>
                <a:cs typeface="Calibri"/>
                <a:sym typeface="Calibri"/>
              </a:rPr>
              <a:t>Engineers</a:t>
            </a:r>
            <a:endParaRPr sz="908">
              <a:solidFill>
                <a:schemeClr val="dk1"/>
              </a:solidFill>
              <a:latin typeface="Calibri"/>
              <a:ea typeface="Calibri"/>
              <a:cs typeface="Calibri"/>
              <a:sym typeface="Calibri"/>
            </a:endParaRPr>
          </a:p>
        </p:txBody>
      </p:sp>
      <p:grpSp>
        <p:nvGrpSpPr>
          <p:cNvPr id="83" name="Google Shape;83;p3"/>
          <p:cNvGrpSpPr/>
          <p:nvPr/>
        </p:nvGrpSpPr>
        <p:grpSpPr>
          <a:xfrm>
            <a:off x="230889" y="1108434"/>
            <a:ext cx="3034982" cy="244591"/>
            <a:chOff x="457961" y="2667762"/>
            <a:chExt cx="6019800" cy="485140"/>
          </a:xfrm>
        </p:grpSpPr>
        <p:sp>
          <p:nvSpPr>
            <p:cNvPr id="84" name="Google Shape;84;p3"/>
            <p:cNvSpPr/>
            <p:nvPr/>
          </p:nvSpPr>
          <p:spPr>
            <a:xfrm>
              <a:off x="457961" y="2667762"/>
              <a:ext cx="6019800" cy="485140"/>
            </a:xfrm>
            <a:custGeom>
              <a:rect b="b" l="l" r="r" t="t"/>
              <a:pathLst>
                <a:path extrusionOk="0" h="485139" w="6019800">
                  <a:moveTo>
                    <a:pt x="5777484" y="0"/>
                  </a:moveTo>
                  <a:lnTo>
                    <a:pt x="5777484" y="121158"/>
                  </a:lnTo>
                  <a:lnTo>
                    <a:pt x="0" y="121158"/>
                  </a:lnTo>
                  <a:lnTo>
                    <a:pt x="0" y="363474"/>
                  </a:lnTo>
                  <a:lnTo>
                    <a:pt x="5777484" y="363474"/>
                  </a:lnTo>
                  <a:lnTo>
                    <a:pt x="5777484" y="484632"/>
                  </a:lnTo>
                  <a:lnTo>
                    <a:pt x="6019800" y="242315"/>
                  </a:lnTo>
                  <a:lnTo>
                    <a:pt x="5777484"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85" name="Google Shape;85;p3"/>
            <p:cNvSpPr/>
            <p:nvPr/>
          </p:nvSpPr>
          <p:spPr>
            <a:xfrm>
              <a:off x="457961" y="2667762"/>
              <a:ext cx="6019800" cy="485140"/>
            </a:xfrm>
            <a:custGeom>
              <a:rect b="b" l="l" r="r" t="t"/>
              <a:pathLst>
                <a:path extrusionOk="0" h="485139" w="6019800">
                  <a:moveTo>
                    <a:pt x="0" y="121158"/>
                  </a:moveTo>
                  <a:lnTo>
                    <a:pt x="5777484" y="121158"/>
                  </a:lnTo>
                  <a:lnTo>
                    <a:pt x="5777484" y="0"/>
                  </a:lnTo>
                  <a:lnTo>
                    <a:pt x="6019800" y="242315"/>
                  </a:lnTo>
                  <a:lnTo>
                    <a:pt x="5777484" y="484632"/>
                  </a:lnTo>
                  <a:lnTo>
                    <a:pt x="5777484" y="363474"/>
                  </a:lnTo>
                  <a:lnTo>
                    <a:pt x="0" y="363474"/>
                  </a:lnTo>
                  <a:lnTo>
                    <a:pt x="0" y="121158"/>
                  </a:lnTo>
                  <a:close/>
                </a:path>
              </a:pathLst>
            </a:custGeom>
            <a:noFill/>
            <a:ln cap="flat" cmpd="sng" w="25900">
              <a:solidFill>
                <a:srgbClr val="385D8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86" name="Google Shape;86;p3"/>
          <p:cNvSpPr txBox="1"/>
          <p:nvPr/>
        </p:nvSpPr>
        <p:spPr>
          <a:xfrm>
            <a:off x="1105848" y="1147108"/>
            <a:ext cx="1223597" cy="146184"/>
          </a:xfrm>
          <a:prstGeom prst="rect">
            <a:avLst/>
          </a:prstGeom>
          <a:noFill/>
          <a:ln>
            <a:noFill/>
          </a:ln>
        </p:spPr>
        <p:txBody>
          <a:bodyPr anchorCtr="0" anchor="t" bIns="0" lIns="0" spcFirstLastPara="1" rIns="0" wrap="square" tIns="6400">
            <a:spAutoFit/>
          </a:bodyPr>
          <a:lstStyle/>
          <a:p>
            <a:pPr indent="0" lvl="0" marL="6403" marR="0" rtl="0" algn="l">
              <a:spcBef>
                <a:spcPts val="0"/>
              </a:spcBef>
              <a:spcAft>
                <a:spcPts val="0"/>
              </a:spcAft>
              <a:buNone/>
            </a:pPr>
            <a:r>
              <a:rPr lang="en-US" sz="908">
                <a:solidFill>
                  <a:srgbClr val="FFFFFF"/>
                </a:solidFill>
                <a:latin typeface="Calibri"/>
                <a:ea typeface="Calibri"/>
                <a:cs typeface="Calibri"/>
                <a:sym typeface="Calibri"/>
              </a:rPr>
              <a:t>Engineering Technologists</a:t>
            </a:r>
            <a:endParaRPr sz="908">
              <a:solidFill>
                <a:schemeClr val="dk1"/>
              </a:solidFill>
              <a:latin typeface="Calibri"/>
              <a:ea typeface="Calibri"/>
              <a:cs typeface="Calibri"/>
              <a:sym typeface="Calibri"/>
            </a:endParaRPr>
          </a:p>
        </p:txBody>
      </p:sp>
      <p:sp>
        <p:nvSpPr>
          <p:cNvPr id="87" name="Google Shape;87;p3"/>
          <p:cNvSpPr txBox="1"/>
          <p:nvPr/>
        </p:nvSpPr>
        <p:spPr>
          <a:xfrm>
            <a:off x="230889" y="724259"/>
            <a:ext cx="1805623" cy="257325"/>
          </a:xfrm>
          <a:prstGeom prst="rect">
            <a:avLst/>
          </a:prstGeom>
          <a:solidFill>
            <a:srgbClr val="0000FF"/>
          </a:solidFill>
          <a:ln cap="flat" cmpd="sng" w="25900">
            <a:solidFill>
              <a:srgbClr val="385D89"/>
            </a:solidFill>
            <a:prstDash val="solid"/>
            <a:round/>
            <a:headEnd len="sm" w="sm" type="none"/>
            <a:tailEnd len="sm" w="sm" type="none"/>
          </a:ln>
        </p:spPr>
        <p:txBody>
          <a:bodyPr anchorCtr="0" anchor="t" bIns="0" lIns="0" spcFirstLastPara="1" rIns="0" wrap="square" tIns="70425">
            <a:spAutoFit/>
          </a:bodyPr>
          <a:lstStyle/>
          <a:p>
            <a:pPr indent="0" lvl="0" marL="323369" marR="0" rtl="0" algn="l">
              <a:spcBef>
                <a:spcPts val="0"/>
              </a:spcBef>
              <a:spcAft>
                <a:spcPts val="0"/>
              </a:spcAft>
              <a:buNone/>
            </a:pPr>
            <a:r>
              <a:rPr lang="en-US" sz="1210">
                <a:solidFill>
                  <a:srgbClr val="FFFFFF"/>
                </a:solidFill>
                <a:latin typeface="Calibri"/>
                <a:ea typeface="Calibri"/>
                <a:cs typeface="Calibri"/>
                <a:sym typeface="Calibri"/>
              </a:rPr>
              <a:t>Research &amp; Design</a:t>
            </a:r>
            <a:endParaRPr sz="1210">
              <a:solidFill>
                <a:schemeClr val="dk1"/>
              </a:solidFill>
              <a:latin typeface="Calibri"/>
              <a:ea typeface="Calibri"/>
              <a:cs typeface="Calibri"/>
              <a:sym typeface="Calibri"/>
            </a:endParaRPr>
          </a:p>
        </p:txBody>
      </p:sp>
      <p:sp>
        <p:nvSpPr>
          <p:cNvPr id="88" name="Google Shape;88;p3"/>
          <p:cNvSpPr txBox="1"/>
          <p:nvPr/>
        </p:nvSpPr>
        <p:spPr>
          <a:xfrm>
            <a:off x="2651191" y="724259"/>
            <a:ext cx="1805623" cy="346249"/>
          </a:xfrm>
          <a:prstGeom prst="rect">
            <a:avLst/>
          </a:prstGeom>
          <a:solidFill>
            <a:srgbClr val="FF0000"/>
          </a:solidFill>
          <a:ln cap="flat" cmpd="sng" w="25900">
            <a:solidFill>
              <a:srgbClr val="385D89"/>
            </a:solidFill>
            <a:prstDash val="solid"/>
            <a:round/>
            <a:headEnd len="sm" w="sm" type="none"/>
            <a:tailEnd len="sm" w="sm" type="none"/>
          </a:ln>
        </p:spPr>
        <p:txBody>
          <a:bodyPr anchorCtr="0" anchor="t" bIns="0" lIns="0" spcFirstLastPara="1" rIns="0" wrap="square" tIns="0">
            <a:spAutoFit/>
          </a:bodyPr>
          <a:lstStyle/>
          <a:p>
            <a:pPr indent="0" lvl="0" marL="470645" marR="0" rtl="0" algn="l">
              <a:lnSpc>
                <a:spcPct val="105867"/>
              </a:lnSpc>
              <a:spcBef>
                <a:spcPts val="0"/>
              </a:spcBef>
              <a:spcAft>
                <a:spcPts val="0"/>
              </a:spcAft>
              <a:buNone/>
            </a:pPr>
            <a:r>
              <a:rPr lang="en-US" sz="1210">
                <a:solidFill>
                  <a:srgbClr val="FFFFFF"/>
                </a:solidFill>
                <a:latin typeface="Calibri"/>
                <a:ea typeface="Calibri"/>
                <a:cs typeface="Calibri"/>
                <a:sym typeface="Calibri"/>
              </a:rPr>
              <a:t>Supervision &amp;</a:t>
            </a:r>
            <a:endParaRPr sz="1210">
              <a:solidFill>
                <a:schemeClr val="dk1"/>
              </a:solidFill>
              <a:latin typeface="Calibri"/>
              <a:ea typeface="Calibri"/>
              <a:cs typeface="Calibri"/>
              <a:sym typeface="Calibri"/>
            </a:endParaRPr>
          </a:p>
          <a:p>
            <a:pPr indent="0" lvl="0" marL="490495" marR="0" rtl="0" algn="l">
              <a:lnSpc>
                <a:spcPct val="118925"/>
              </a:lnSpc>
              <a:spcBef>
                <a:spcPts val="0"/>
              </a:spcBef>
              <a:spcAft>
                <a:spcPts val="0"/>
              </a:spcAft>
              <a:buNone/>
            </a:pPr>
            <a:r>
              <a:rPr lang="en-US" sz="1210">
                <a:solidFill>
                  <a:srgbClr val="FFFFFF"/>
                </a:solidFill>
                <a:latin typeface="Calibri"/>
                <a:ea typeface="Calibri"/>
                <a:cs typeface="Calibri"/>
                <a:sym typeface="Calibri"/>
              </a:rPr>
              <a:t>Maintenance</a:t>
            </a:r>
            <a:endParaRPr sz="1210">
              <a:solidFill>
                <a:schemeClr val="dk1"/>
              </a:solidFill>
              <a:latin typeface="Calibri"/>
              <a:ea typeface="Calibri"/>
              <a:cs typeface="Calibri"/>
              <a:sym typeface="Calibri"/>
            </a:endParaRPr>
          </a:p>
        </p:txBody>
      </p:sp>
      <p:grpSp>
        <p:nvGrpSpPr>
          <p:cNvPr id="89" name="Google Shape;89;p3"/>
          <p:cNvGrpSpPr/>
          <p:nvPr/>
        </p:nvGrpSpPr>
        <p:grpSpPr>
          <a:xfrm>
            <a:off x="230889" y="1377357"/>
            <a:ext cx="1844040" cy="1306195"/>
            <a:chOff x="457961" y="3201162"/>
            <a:chExt cx="3657600" cy="2590800"/>
          </a:xfrm>
        </p:grpSpPr>
        <p:sp>
          <p:nvSpPr>
            <p:cNvPr id="90" name="Google Shape;90;p3"/>
            <p:cNvSpPr/>
            <p:nvPr/>
          </p:nvSpPr>
          <p:spPr>
            <a:xfrm>
              <a:off x="457961" y="3201162"/>
              <a:ext cx="3657600" cy="2590800"/>
            </a:xfrm>
            <a:custGeom>
              <a:rect b="b" l="l" r="r" t="t"/>
              <a:pathLst>
                <a:path extrusionOk="0" h="2590800" w="3657600">
                  <a:moveTo>
                    <a:pt x="1828800" y="0"/>
                  </a:moveTo>
                  <a:lnTo>
                    <a:pt x="0" y="1295400"/>
                  </a:lnTo>
                  <a:lnTo>
                    <a:pt x="914400" y="1295400"/>
                  </a:lnTo>
                  <a:lnTo>
                    <a:pt x="914400" y="2590800"/>
                  </a:lnTo>
                  <a:lnTo>
                    <a:pt x="2743200" y="2590800"/>
                  </a:lnTo>
                  <a:lnTo>
                    <a:pt x="2743200" y="1295400"/>
                  </a:lnTo>
                  <a:lnTo>
                    <a:pt x="3657600" y="1295400"/>
                  </a:lnTo>
                  <a:lnTo>
                    <a:pt x="1828800"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91" name="Google Shape;91;p3"/>
            <p:cNvSpPr/>
            <p:nvPr/>
          </p:nvSpPr>
          <p:spPr>
            <a:xfrm>
              <a:off x="457961" y="3201162"/>
              <a:ext cx="3657600" cy="2590800"/>
            </a:xfrm>
            <a:custGeom>
              <a:rect b="b" l="l" r="r" t="t"/>
              <a:pathLst>
                <a:path extrusionOk="0" h="2590800" w="3657600">
                  <a:moveTo>
                    <a:pt x="0" y="1295400"/>
                  </a:moveTo>
                  <a:lnTo>
                    <a:pt x="1828800" y="0"/>
                  </a:lnTo>
                  <a:lnTo>
                    <a:pt x="3657600" y="1295400"/>
                  </a:lnTo>
                  <a:lnTo>
                    <a:pt x="2743200" y="1295400"/>
                  </a:lnTo>
                  <a:lnTo>
                    <a:pt x="2743200" y="2590800"/>
                  </a:lnTo>
                  <a:lnTo>
                    <a:pt x="914400" y="2590800"/>
                  </a:lnTo>
                  <a:lnTo>
                    <a:pt x="914400" y="1295400"/>
                  </a:lnTo>
                  <a:lnTo>
                    <a:pt x="0" y="1295400"/>
                  </a:lnTo>
                  <a:close/>
                </a:path>
              </a:pathLst>
            </a:custGeom>
            <a:noFill/>
            <a:ln cap="flat" cmpd="sng" w="25900">
              <a:solidFill>
                <a:srgbClr val="385D8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92" name="Google Shape;92;p3"/>
          <p:cNvSpPr txBox="1"/>
          <p:nvPr/>
        </p:nvSpPr>
        <p:spPr>
          <a:xfrm>
            <a:off x="824631" y="1695582"/>
            <a:ext cx="655979" cy="705055"/>
          </a:xfrm>
          <a:prstGeom prst="rect">
            <a:avLst/>
          </a:prstGeom>
          <a:noFill/>
          <a:ln>
            <a:noFill/>
          </a:ln>
        </p:spPr>
        <p:txBody>
          <a:bodyPr anchorCtr="0" anchor="t" bIns="0" lIns="0" spcFirstLastPara="1" rIns="0" wrap="square" tIns="6400">
            <a:spAutoFit/>
          </a:bodyPr>
          <a:lstStyle/>
          <a:p>
            <a:pPr indent="0" lvl="0" marL="6403" marR="2561" rtl="0" algn="ctr">
              <a:spcBef>
                <a:spcPts val="0"/>
              </a:spcBef>
              <a:spcAft>
                <a:spcPts val="0"/>
              </a:spcAft>
              <a:buNone/>
            </a:pPr>
            <a:r>
              <a:rPr lang="en-US" sz="908">
                <a:solidFill>
                  <a:srgbClr val="FFFFFF"/>
                </a:solidFill>
                <a:latin typeface="Calibri"/>
                <a:ea typeface="Calibri"/>
                <a:cs typeface="Calibri"/>
                <a:sym typeface="Calibri"/>
              </a:rPr>
              <a:t>Strong in  Mathematics,  Engineering  Sciences,  Professional</a:t>
            </a:r>
            <a:endParaRPr sz="908">
              <a:solidFill>
                <a:schemeClr val="dk1"/>
              </a:solidFill>
              <a:latin typeface="Calibri"/>
              <a:ea typeface="Calibri"/>
              <a:cs typeface="Calibri"/>
              <a:sym typeface="Calibri"/>
            </a:endParaRPr>
          </a:p>
        </p:txBody>
      </p:sp>
      <p:sp>
        <p:nvSpPr>
          <p:cNvPr id="93" name="Google Shape;93;p3"/>
          <p:cNvSpPr txBox="1"/>
          <p:nvPr/>
        </p:nvSpPr>
        <p:spPr>
          <a:xfrm>
            <a:off x="849219" y="2387224"/>
            <a:ext cx="606356" cy="285901"/>
          </a:xfrm>
          <a:prstGeom prst="rect">
            <a:avLst/>
          </a:prstGeom>
          <a:noFill/>
          <a:ln>
            <a:noFill/>
          </a:ln>
        </p:spPr>
        <p:txBody>
          <a:bodyPr anchorCtr="0" anchor="t" bIns="0" lIns="0" spcFirstLastPara="1" rIns="0" wrap="square" tIns="6400">
            <a:spAutoFit/>
          </a:bodyPr>
          <a:lstStyle/>
          <a:p>
            <a:pPr indent="119102" lvl="0" marL="6403" marR="2561" rtl="0" algn="l">
              <a:spcBef>
                <a:spcPts val="0"/>
              </a:spcBef>
              <a:spcAft>
                <a:spcPts val="0"/>
              </a:spcAft>
              <a:buNone/>
            </a:pPr>
            <a:r>
              <a:rPr lang="en-US" sz="908">
                <a:solidFill>
                  <a:srgbClr val="FFFFFF"/>
                </a:solidFill>
                <a:latin typeface="Calibri"/>
                <a:ea typeface="Calibri"/>
                <a:cs typeface="Calibri"/>
                <a:sym typeface="Calibri"/>
              </a:rPr>
              <a:t>courses  (Theoretical)</a:t>
            </a:r>
            <a:endParaRPr sz="908">
              <a:solidFill>
                <a:schemeClr val="dk1"/>
              </a:solidFill>
              <a:latin typeface="Calibri"/>
              <a:ea typeface="Calibri"/>
              <a:cs typeface="Calibri"/>
              <a:sym typeface="Calibri"/>
            </a:endParaRPr>
          </a:p>
        </p:txBody>
      </p:sp>
      <p:grpSp>
        <p:nvGrpSpPr>
          <p:cNvPr id="94" name="Google Shape;94;p3"/>
          <p:cNvGrpSpPr/>
          <p:nvPr/>
        </p:nvGrpSpPr>
        <p:grpSpPr>
          <a:xfrm>
            <a:off x="2574357" y="1377356"/>
            <a:ext cx="1805622" cy="1306195"/>
            <a:chOff x="5106162" y="3201161"/>
            <a:chExt cx="3581400" cy="2590800"/>
          </a:xfrm>
        </p:grpSpPr>
        <p:sp>
          <p:nvSpPr>
            <p:cNvPr id="95" name="Google Shape;95;p3"/>
            <p:cNvSpPr/>
            <p:nvPr/>
          </p:nvSpPr>
          <p:spPr>
            <a:xfrm>
              <a:off x="5106162" y="3201161"/>
              <a:ext cx="3581400" cy="2590800"/>
            </a:xfrm>
            <a:custGeom>
              <a:rect b="b" l="l" r="r" t="t"/>
              <a:pathLst>
                <a:path extrusionOk="0" h="2590800" w="3581400">
                  <a:moveTo>
                    <a:pt x="1790699" y="0"/>
                  </a:moveTo>
                  <a:lnTo>
                    <a:pt x="0" y="1285367"/>
                  </a:lnTo>
                  <a:lnTo>
                    <a:pt x="895350" y="1285367"/>
                  </a:lnTo>
                  <a:lnTo>
                    <a:pt x="895350" y="2590800"/>
                  </a:lnTo>
                  <a:lnTo>
                    <a:pt x="2686049" y="2590800"/>
                  </a:lnTo>
                  <a:lnTo>
                    <a:pt x="2686049" y="1285367"/>
                  </a:lnTo>
                  <a:lnTo>
                    <a:pt x="3581399" y="1285367"/>
                  </a:lnTo>
                  <a:lnTo>
                    <a:pt x="1790699"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96" name="Google Shape;96;p3"/>
            <p:cNvSpPr/>
            <p:nvPr/>
          </p:nvSpPr>
          <p:spPr>
            <a:xfrm>
              <a:off x="5106162" y="3201161"/>
              <a:ext cx="3581400" cy="2590800"/>
            </a:xfrm>
            <a:custGeom>
              <a:rect b="b" l="l" r="r" t="t"/>
              <a:pathLst>
                <a:path extrusionOk="0" h="2590800" w="3581400">
                  <a:moveTo>
                    <a:pt x="0" y="1285367"/>
                  </a:moveTo>
                  <a:lnTo>
                    <a:pt x="1790699" y="0"/>
                  </a:lnTo>
                  <a:lnTo>
                    <a:pt x="3581399" y="1285367"/>
                  </a:lnTo>
                  <a:lnTo>
                    <a:pt x="2686049" y="1285367"/>
                  </a:lnTo>
                  <a:lnTo>
                    <a:pt x="2686049" y="2590800"/>
                  </a:lnTo>
                  <a:lnTo>
                    <a:pt x="895350" y="2590800"/>
                  </a:lnTo>
                  <a:lnTo>
                    <a:pt x="895350" y="1285367"/>
                  </a:lnTo>
                  <a:lnTo>
                    <a:pt x="0" y="1285367"/>
                  </a:lnTo>
                  <a:close/>
                </a:path>
              </a:pathLst>
            </a:custGeom>
            <a:noFill/>
            <a:ln cap="flat" cmpd="sng" w="25900">
              <a:solidFill>
                <a:srgbClr val="385D8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97" name="Google Shape;97;p3"/>
          <p:cNvSpPr txBox="1"/>
          <p:nvPr/>
        </p:nvSpPr>
        <p:spPr>
          <a:xfrm>
            <a:off x="3148891" y="1694365"/>
            <a:ext cx="655979" cy="705055"/>
          </a:xfrm>
          <a:prstGeom prst="rect">
            <a:avLst/>
          </a:prstGeom>
          <a:noFill/>
          <a:ln>
            <a:noFill/>
          </a:ln>
        </p:spPr>
        <p:txBody>
          <a:bodyPr anchorCtr="0" anchor="t" bIns="0" lIns="0" spcFirstLastPara="1" rIns="0" wrap="square" tIns="6400">
            <a:spAutoFit/>
          </a:bodyPr>
          <a:lstStyle/>
          <a:p>
            <a:pPr indent="-320" lvl="0" marL="6403" marR="2561" rtl="0" algn="ctr">
              <a:spcBef>
                <a:spcPts val="0"/>
              </a:spcBef>
              <a:spcAft>
                <a:spcPts val="0"/>
              </a:spcAft>
              <a:buNone/>
            </a:pPr>
            <a:r>
              <a:rPr lang="en-US" sz="908">
                <a:solidFill>
                  <a:srgbClr val="FFFFFF"/>
                </a:solidFill>
                <a:latin typeface="Calibri"/>
                <a:ea typeface="Calibri"/>
                <a:cs typeface="Calibri"/>
                <a:sym typeface="Calibri"/>
              </a:rPr>
              <a:t>Appropriate  Mathematics,  Engineering  Sciences,  Professional</a:t>
            </a:r>
            <a:endParaRPr sz="908">
              <a:solidFill>
                <a:schemeClr val="dk1"/>
              </a:solidFill>
              <a:latin typeface="Calibri"/>
              <a:ea typeface="Calibri"/>
              <a:cs typeface="Calibri"/>
              <a:sym typeface="Calibri"/>
            </a:endParaRPr>
          </a:p>
        </p:txBody>
      </p:sp>
      <p:sp>
        <p:nvSpPr>
          <p:cNvPr id="98" name="Google Shape;98;p3"/>
          <p:cNvSpPr txBox="1"/>
          <p:nvPr/>
        </p:nvSpPr>
        <p:spPr>
          <a:xfrm>
            <a:off x="3238787" y="2386007"/>
            <a:ext cx="476697" cy="285901"/>
          </a:xfrm>
          <a:prstGeom prst="rect">
            <a:avLst/>
          </a:prstGeom>
          <a:noFill/>
          <a:ln>
            <a:noFill/>
          </a:ln>
        </p:spPr>
        <p:txBody>
          <a:bodyPr anchorCtr="0" anchor="t" bIns="0" lIns="0" spcFirstLastPara="1" rIns="0" wrap="square" tIns="6400">
            <a:spAutoFit/>
          </a:bodyPr>
          <a:lstStyle/>
          <a:p>
            <a:pPr indent="54428" lvl="0" marL="6403" marR="2561" rtl="0" algn="l">
              <a:spcBef>
                <a:spcPts val="0"/>
              </a:spcBef>
              <a:spcAft>
                <a:spcPts val="0"/>
              </a:spcAft>
              <a:buNone/>
            </a:pPr>
            <a:r>
              <a:rPr lang="en-US" sz="908">
                <a:solidFill>
                  <a:srgbClr val="FFFFFF"/>
                </a:solidFill>
                <a:latin typeface="Calibri"/>
                <a:ea typeface="Calibri"/>
                <a:cs typeface="Calibri"/>
                <a:sym typeface="Calibri"/>
              </a:rPr>
              <a:t>courses  (Practical)</a:t>
            </a:r>
            <a:endParaRPr sz="908">
              <a:solidFill>
                <a:schemeClr val="dk1"/>
              </a:solidFill>
              <a:latin typeface="Calibri"/>
              <a:ea typeface="Calibri"/>
              <a:cs typeface="Calibri"/>
              <a:sym typeface="Calibri"/>
            </a:endParaRPr>
          </a:p>
        </p:txBody>
      </p:sp>
      <p:sp>
        <p:nvSpPr>
          <p:cNvPr id="99" name="Google Shape;99;p3"/>
          <p:cNvSpPr txBox="1"/>
          <p:nvPr/>
        </p:nvSpPr>
        <p:spPr>
          <a:xfrm>
            <a:off x="2036128" y="1530643"/>
            <a:ext cx="561856" cy="155558"/>
          </a:xfrm>
          <a:prstGeom prst="rect">
            <a:avLst/>
          </a:prstGeom>
          <a:solidFill>
            <a:srgbClr val="008000"/>
          </a:solidFill>
          <a:ln>
            <a:noFill/>
          </a:ln>
        </p:spPr>
        <p:txBody>
          <a:bodyPr anchorCtr="0" anchor="t" bIns="0" lIns="0" spcFirstLastPara="1" rIns="0" wrap="square" tIns="15675">
            <a:spAutoFit/>
          </a:bodyPr>
          <a:lstStyle/>
          <a:p>
            <a:pPr indent="0" lvl="0" marL="46424" marR="0" rtl="0" algn="l">
              <a:spcBef>
                <a:spcPts val="0"/>
              </a:spcBef>
              <a:spcAft>
                <a:spcPts val="0"/>
              </a:spcAft>
              <a:buNone/>
            </a:pPr>
            <a:r>
              <a:rPr lang="en-US" sz="908">
                <a:solidFill>
                  <a:srgbClr val="FFFFFF"/>
                </a:solidFill>
                <a:latin typeface="Calibri"/>
                <a:ea typeface="Calibri"/>
                <a:cs typeface="Calibri"/>
                <a:sym typeface="Calibri"/>
              </a:rPr>
              <a:t>Education</a:t>
            </a:r>
            <a:endParaRPr sz="908">
              <a:solidFill>
                <a:schemeClr val="dk1"/>
              </a:solidFill>
              <a:latin typeface="Calibri"/>
              <a:ea typeface="Calibri"/>
              <a:cs typeface="Calibri"/>
              <a:sym typeface="Calibri"/>
            </a:endParaRPr>
          </a:p>
        </p:txBody>
      </p:sp>
      <p:sp>
        <p:nvSpPr>
          <p:cNvPr id="100" name="Google Shape;100;p3"/>
          <p:cNvSpPr txBox="1"/>
          <p:nvPr/>
        </p:nvSpPr>
        <p:spPr>
          <a:xfrm>
            <a:off x="2151380" y="800710"/>
            <a:ext cx="345758" cy="155558"/>
          </a:xfrm>
          <a:prstGeom prst="rect">
            <a:avLst/>
          </a:prstGeom>
          <a:solidFill>
            <a:srgbClr val="008000"/>
          </a:solidFill>
          <a:ln>
            <a:noFill/>
          </a:ln>
        </p:spPr>
        <p:txBody>
          <a:bodyPr anchorCtr="0" anchor="t" bIns="0" lIns="0" spcFirstLastPara="1" rIns="0" wrap="square" tIns="15675">
            <a:spAutoFit/>
          </a:bodyPr>
          <a:lstStyle/>
          <a:p>
            <a:pPr indent="0" lvl="0" marL="46424" marR="0" rtl="0" algn="l">
              <a:spcBef>
                <a:spcPts val="0"/>
              </a:spcBef>
              <a:spcAft>
                <a:spcPts val="0"/>
              </a:spcAft>
              <a:buNone/>
            </a:pPr>
            <a:r>
              <a:rPr lang="en-US" sz="908">
                <a:solidFill>
                  <a:srgbClr val="FFFFFF"/>
                </a:solidFill>
                <a:latin typeface="Calibri"/>
                <a:ea typeface="Calibri"/>
                <a:cs typeface="Calibri"/>
                <a:sym typeface="Calibri"/>
              </a:rPr>
              <a:t>Work</a:t>
            </a:r>
            <a:endParaRPr sz="908">
              <a:solidFill>
                <a:schemeClr val="dk1"/>
              </a:solidFill>
              <a:latin typeface="Calibri"/>
              <a:ea typeface="Calibri"/>
              <a:cs typeface="Calibri"/>
              <a:sym typeface="Calibri"/>
            </a:endParaRPr>
          </a:p>
        </p:txBody>
      </p:sp>
      <p:graphicFrame>
        <p:nvGraphicFramePr>
          <p:cNvPr id="101" name="Google Shape;101;p3"/>
          <p:cNvGraphicFramePr/>
          <p:nvPr/>
        </p:nvGraphicFramePr>
        <p:xfrm>
          <a:off x="1213993" y="2293614"/>
          <a:ext cx="3000000" cy="3000000"/>
        </p:xfrm>
        <a:graphic>
          <a:graphicData uri="http://schemas.openxmlformats.org/drawingml/2006/table">
            <a:tbl>
              <a:tblPr bandRow="1" firstRow="1">
                <a:noFill/>
                <a:tableStyleId>{559593B9-404E-4DE5-8A90-D1F26E607C3E}</a:tableStyleId>
              </a:tblPr>
              <a:tblGrid>
                <a:gridCol w="420675"/>
                <a:gridCol w="906025"/>
                <a:gridCol w="323675"/>
                <a:gridCol w="935775"/>
              </a:tblGrid>
              <a:tr h="408925">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R cap="flat" cmpd="sng" w="28575">
                      <a:solidFill>
                        <a:srgbClr val="385D89"/>
                      </a:solidFill>
                      <a:prstDash val="solid"/>
                      <a:round/>
                      <a:headEnd len="sm" w="sm" type="none"/>
                      <a:tailEnd len="sm" w="sm" type="none"/>
                    </a:lnR>
                    <a:lnB cap="flat" cmpd="sng" w="28575">
                      <a:solidFill>
                        <a:srgbClr val="385D8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L cap="flat" cmpd="sng" w="28575">
                      <a:solidFill>
                        <a:srgbClr val="385D89"/>
                      </a:solidFill>
                      <a:prstDash val="solid"/>
                      <a:round/>
                      <a:headEnd len="sm" w="sm" type="none"/>
                      <a:tailEnd len="sm" w="sm" type="none"/>
                    </a:lnL>
                    <a:lnR cap="flat" cmpd="sng" w="28575">
                      <a:solidFill>
                        <a:srgbClr val="385D89"/>
                      </a:solidFill>
                      <a:prstDash val="solid"/>
                      <a:round/>
                      <a:headEnd len="sm" w="sm" type="none"/>
                      <a:tailEnd len="sm" w="sm" type="none"/>
                    </a:lnR>
                    <a:lnT cap="flat" cmpd="sng" w="28575">
                      <a:solidFill>
                        <a:srgbClr val="385D89"/>
                      </a:solidFill>
                      <a:prstDash val="solid"/>
                      <a:round/>
                      <a:headEnd len="sm" w="sm" type="none"/>
                      <a:tailEnd len="sm" w="sm" type="none"/>
                    </a:lnT>
                    <a:lnB cap="flat" cmpd="sng" w="28575">
                      <a:solidFill>
                        <a:srgbClr val="385D89"/>
                      </a:solidFill>
                      <a:prstDash val="solid"/>
                      <a:round/>
                      <a:headEnd len="sm" w="sm" type="none"/>
                      <a:tailEnd len="sm" w="sm" type="none"/>
                    </a:lnB>
                    <a:solidFill>
                      <a:srgbClr val="0000FF"/>
                    </a:solidFill>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L cap="flat" cmpd="sng" w="28575">
                      <a:solidFill>
                        <a:srgbClr val="385D89"/>
                      </a:solidFill>
                      <a:prstDash val="solid"/>
                      <a:round/>
                      <a:headEnd len="sm" w="sm" type="none"/>
                      <a:tailEnd len="sm" w="sm" type="none"/>
                    </a:lnL>
                    <a:lnR cap="flat" cmpd="sng" w="28575">
                      <a:solidFill>
                        <a:srgbClr val="385D89"/>
                      </a:solidFill>
                      <a:prstDash val="solid"/>
                      <a:round/>
                      <a:headEnd len="sm" w="sm" type="none"/>
                      <a:tailEnd len="sm" w="sm" type="none"/>
                    </a:lnR>
                    <a:lnT cap="flat" cmpd="sng" w="28575">
                      <a:solidFill>
                        <a:srgbClr val="385D89"/>
                      </a:solidFill>
                      <a:prstDash val="solid"/>
                      <a:round/>
                      <a:headEnd len="sm" w="sm" type="none"/>
                      <a:tailEnd len="sm" w="sm" type="none"/>
                    </a:lnT>
                    <a:solidFill>
                      <a:srgbClr val="FF0000"/>
                    </a:solidFill>
                  </a:tcPr>
                </a:tc>
                <a:tc>
                  <a:txBody>
                    <a:bodyPr/>
                    <a:lstStyle/>
                    <a:p>
                      <a:pPr indent="0" lvl="0" marL="0" marR="0" rtl="0" algn="l">
                        <a:lnSpc>
                          <a:spcPct val="100000"/>
                        </a:lnSpc>
                        <a:spcBef>
                          <a:spcPts val="0"/>
                        </a:spcBef>
                        <a:spcAft>
                          <a:spcPts val="0"/>
                        </a:spcAft>
                        <a:buNone/>
                      </a:pPr>
                      <a:r>
                        <a:t/>
                      </a:r>
                      <a:endParaRPr sz="1000" u="none" cap="none" strike="noStrike">
                        <a:latin typeface="Times New Roman"/>
                        <a:ea typeface="Times New Roman"/>
                        <a:cs typeface="Times New Roman"/>
                        <a:sym typeface="Times New Roman"/>
                      </a:endParaRPr>
                    </a:p>
                  </a:txBody>
                  <a:tcPr marT="0" marB="0" marR="0" marL="0">
                    <a:lnL cap="flat" cmpd="sng" w="28575">
                      <a:solidFill>
                        <a:srgbClr val="385D89"/>
                      </a:solidFill>
                      <a:prstDash val="solid"/>
                      <a:round/>
                      <a:headEnd len="sm" w="sm" type="none"/>
                      <a:tailEnd len="sm" w="sm" type="none"/>
                    </a:lnL>
                  </a:tcPr>
                </a:tc>
              </a:tr>
              <a:tr h="395150">
                <a:tc gridSpan="2">
                  <a:txBody>
                    <a:bodyPr/>
                    <a:lstStyle/>
                    <a:p>
                      <a:pPr indent="0" lvl="0" marL="0" marR="21590" rtl="0" algn="ctr">
                        <a:lnSpc>
                          <a:spcPct val="221666"/>
                        </a:lnSpc>
                        <a:spcBef>
                          <a:spcPts val="0"/>
                        </a:spcBef>
                        <a:spcAft>
                          <a:spcPts val="0"/>
                        </a:spcAft>
                        <a:buNone/>
                      </a:pPr>
                      <a:r>
                        <a:rPr lang="en-US" sz="900" u="none" cap="none" strike="noStrike">
                          <a:solidFill>
                            <a:srgbClr val="FFFFFF"/>
                          </a:solidFill>
                          <a:latin typeface="Calibri"/>
                          <a:ea typeface="Calibri"/>
                          <a:cs typeface="Calibri"/>
                          <a:sym typeface="Calibri"/>
                        </a:rPr>
                        <a:t>Engineering</a:t>
                      </a:r>
                      <a:endParaRPr sz="900" u="none" cap="none" strike="noStrike">
                        <a:latin typeface="Calibri"/>
                        <a:ea typeface="Calibri"/>
                        <a:cs typeface="Calibri"/>
                        <a:sym typeface="Calibri"/>
                      </a:endParaRPr>
                    </a:p>
                    <a:p>
                      <a:pPr indent="0" lvl="0" marL="0" marR="19050" rtl="0" algn="ctr">
                        <a:lnSpc>
                          <a:spcPct val="100000"/>
                        </a:lnSpc>
                        <a:spcBef>
                          <a:spcPts val="0"/>
                        </a:spcBef>
                        <a:spcAft>
                          <a:spcPts val="0"/>
                        </a:spcAft>
                        <a:buNone/>
                      </a:pPr>
                      <a:r>
                        <a:rPr lang="en-US" sz="900" u="none" cap="none" strike="noStrike">
                          <a:solidFill>
                            <a:srgbClr val="FFFFFF"/>
                          </a:solidFill>
                          <a:latin typeface="Calibri"/>
                          <a:ea typeface="Calibri"/>
                          <a:cs typeface="Calibri"/>
                          <a:sym typeface="Calibri"/>
                        </a:rPr>
                        <a:t>Breadth &amp; Depth of</a:t>
                      </a:r>
                      <a:endParaRPr sz="900" u="none" cap="none" strike="noStrike">
                        <a:latin typeface="Calibri"/>
                        <a:ea typeface="Calibri"/>
                        <a:cs typeface="Calibri"/>
                        <a:sym typeface="Calibri"/>
                      </a:endParaRPr>
                    </a:p>
                    <a:p>
                      <a:pPr indent="0" lvl="0" marL="0" marR="19050" rtl="0" algn="ctr">
                        <a:lnSpc>
                          <a:spcPct val="212666"/>
                        </a:lnSpc>
                        <a:spcBef>
                          <a:spcPts val="0"/>
                        </a:spcBef>
                        <a:spcAft>
                          <a:spcPts val="0"/>
                        </a:spcAft>
                        <a:buNone/>
                      </a:pPr>
                      <a:r>
                        <a:rPr lang="en-US" sz="900" u="none" cap="none" strike="noStrike">
                          <a:solidFill>
                            <a:srgbClr val="FFFFFF"/>
                          </a:solidFill>
                          <a:latin typeface="Calibri"/>
                          <a:ea typeface="Calibri"/>
                          <a:cs typeface="Calibri"/>
                          <a:sym typeface="Calibri"/>
                        </a:rPr>
                        <a:t>Curricula</a:t>
                      </a:r>
                      <a:endParaRPr sz="900" u="none" cap="none" strike="noStrike">
                        <a:latin typeface="Calibri"/>
                        <a:ea typeface="Calibri"/>
                        <a:cs typeface="Calibri"/>
                        <a:sym typeface="Calibri"/>
                      </a:endParaRPr>
                    </a:p>
                  </a:txBody>
                  <a:tcPr marT="0" marB="0" marR="0" marL="0">
                    <a:lnL cap="flat" cmpd="sng" w="28575">
                      <a:solidFill>
                        <a:srgbClr val="385D89"/>
                      </a:solidFill>
                      <a:prstDash val="solid"/>
                      <a:round/>
                      <a:headEnd len="sm" w="sm" type="none"/>
                      <a:tailEnd len="sm" w="sm" type="none"/>
                    </a:lnL>
                    <a:lnR cap="flat" cmpd="sng" w="28575">
                      <a:solidFill>
                        <a:srgbClr val="385D89"/>
                      </a:solidFill>
                      <a:prstDash val="solid"/>
                      <a:round/>
                      <a:headEnd len="sm" w="sm" type="none"/>
                      <a:tailEnd len="sm" w="sm" type="none"/>
                    </a:lnR>
                    <a:lnT cap="flat" cmpd="sng" w="28575">
                      <a:solidFill>
                        <a:srgbClr val="385D89"/>
                      </a:solidFill>
                      <a:prstDash val="solid"/>
                      <a:round/>
                      <a:headEnd len="sm" w="sm" type="none"/>
                      <a:tailEnd len="sm" w="sm" type="none"/>
                    </a:lnT>
                    <a:lnB cap="flat" cmpd="sng" w="28575">
                      <a:solidFill>
                        <a:srgbClr val="385D89"/>
                      </a:solidFill>
                      <a:prstDash val="solid"/>
                      <a:round/>
                      <a:headEnd len="sm" w="sm" type="none"/>
                      <a:tailEnd len="sm" w="sm" type="none"/>
                    </a:lnB>
                    <a:solidFill>
                      <a:srgbClr val="0000FF"/>
                    </a:solidFill>
                  </a:tcPr>
                </a:tc>
                <a:tc hMerge="1"/>
                <a:tc gridSpan="2">
                  <a:txBody>
                    <a:bodyPr/>
                    <a:lstStyle/>
                    <a:p>
                      <a:pPr indent="0" lvl="0" marL="26034" marR="0" rtl="0" algn="ctr">
                        <a:lnSpc>
                          <a:spcPct val="197777"/>
                        </a:lnSpc>
                        <a:spcBef>
                          <a:spcPts val="0"/>
                        </a:spcBef>
                        <a:spcAft>
                          <a:spcPts val="0"/>
                        </a:spcAft>
                        <a:buNone/>
                      </a:pPr>
                      <a:r>
                        <a:rPr lang="en-US" sz="900" u="none" cap="none" strike="noStrike">
                          <a:solidFill>
                            <a:srgbClr val="FFFFFF"/>
                          </a:solidFill>
                          <a:latin typeface="Calibri"/>
                          <a:ea typeface="Calibri"/>
                          <a:cs typeface="Calibri"/>
                          <a:sym typeface="Calibri"/>
                        </a:rPr>
                        <a:t>Engineering Technology</a:t>
                      </a:r>
                      <a:endParaRPr sz="900" u="none" cap="none" strike="noStrike">
                        <a:latin typeface="Calibri"/>
                        <a:ea typeface="Calibri"/>
                        <a:cs typeface="Calibri"/>
                        <a:sym typeface="Calibri"/>
                      </a:endParaRPr>
                    </a:p>
                    <a:p>
                      <a:pPr indent="0" lvl="0" marL="354965" marR="320040" rtl="0" algn="ctr">
                        <a:lnSpc>
                          <a:spcPct val="100000"/>
                        </a:lnSpc>
                        <a:spcBef>
                          <a:spcPts val="0"/>
                        </a:spcBef>
                        <a:spcAft>
                          <a:spcPts val="0"/>
                        </a:spcAft>
                        <a:buNone/>
                      </a:pPr>
                      <a:r>
                        <a:rPr lang="en-US" sz="900" u="none" cap="none" strike="noStrike">
                          <a:solidFill>
                            <a:srgbClr val="FFFFFF"/>
                          </a:solidFill>
                          <a:latin typeface="Calibri"/>
                          <a:ea typeface="Calibri"/>
                          <a:cs typeface="Calibri"/>
                          <a:sym typeface="Calibri"/>
                        </a:rPr>
                        <a:t>Breadth &amp; Depth of  Curricula</a:t>
                      </a:r>
                      <a:endParaRPr sz="900" u="none" cap="none" strike="noStrike">
                        <a:latin typeface="Calibri"/>
                        <a:ea typeface="Calibri"/>
                        <a:cs typeface="Calibri"/>
                        <a:sym typeface="Calibri"/>
                      </a:endParaRPr>
                    </a:p>
                  </a:txBody>
                  <a:tcPr marT="0" marB="0" marR="0" marL="0">
                    <a:lnL cap="flat" cmpd="sng" w="28575">
                      <a:solidFill>
                        <a:srgbClr val="385D89"/>
                      </a:solidFill>
                      <a:prstDash val="solid"/>
                      <a:round/>
                      <a:headEnd len="sm" w="sm" type="none"/>
                      <a:tailEnd len="sm" w="sm" type="none"/>
                    </a:lnL>
                    <a:lnR cap="flat" cmpd="sng" w="28575">
                      <a:solidFill>
                        <a:srgbClr val="385D89"/>
                      </a:solidFill>
                      <a:prstDash val="solid"/>
                      <a:round/>
                      <a:headEnd len="sm" w="sm" type="none"/>
                      <a:tailEnd len="sm" w="sm" type="none"/>
                    </a:lnR>
                    <a:lnB cap="flat" cmpd="sng" w="28575">
                      <a:solidFill>
                        <a:srgbClr val="385D89"/>
                      </a:solidFill>
                      <a:prstDash val="solid"/>
                      <a:round/>
                      <a:headEnd len="sm" w="sm" type="none"/>
                      <a:tailEnd len="sm" w="sm" type="none"/>
                    </a:lnB>
                    <a:solidFill>
                      <a:srgbClr val="FF0000"/>
                    </a:solidFill>
                  </a:tcPr>
                </a:tc>
                <a:tc hMerge="1"/>
              </a:tr>
            </a:tbl>
          </a:graphicData>
        </a:graphic>
      </p:graphicFrame>
      <p:sp>
        <p:nvSpPr>
          <p:cNvPr id="102" name="Google Shape;102;p3"/>
          <p:cNvSpPr txBox="1"/>
          <p:nvPr/>
        </p:nvSpPr>
        <p:spPr>
          <a:xfrm>
            <a:off x="2983836" y="3346277"/>
            <a:ext cx="1071880" cy="102235"/>
          </a:xfrm>
          <a:prstGeom prst="rect">
            <a:avLst/>
          </a:prstGeom>
          <a:noFill/>
          <a:ln>
            <a:noFill/>
          </a:ln>
        </p:spPr>
        <p:txBody>
          <a:bodyPr anchorCtr="0" anchor="t" bIns="0" lIns="0" spcFirstLastPara="1" rIns="0" wrap="square" tIns="0">
            <a:spAutoFit/>
          </a:bodyPr>
          <a:lstStyle/>
          <a:p>
            <a:pPr indent="0" lvl="0" marL="12700" marR="0" rtl="0" algn="l">
              <a:lnSpc>
                <a:spcPct val="112500"/>
              </a:lnSpc>
              <a:spcBef>
                <a:spcPts val="0"/>
              </a:spcBef>
              <a:spcAft>
                <a:spcPts val="0"/>
              </a:spcAft>
              <a:buNone/>
            </a:pPr>
            <a:r>
              <a:rPr lang="en-US" sz="600">
                <a:solidFill>
                  <a:schemeClr val="dk1"/>
                </a:solidFill>
                <a:latin typeface="Helvetica Neue"/>
                <a:ea typeface="Helvetica Neue"/>
                <a:cs typeface="Helvetica Neue"/>
                <a:sym typeface="Helvetica Neue"/>
              </a:rPr>
              <a:t>Complex Engineering Problems</a:t>
            </a:r>
            <a:endParaRPr sz="600">
              <a:solidFill>
                <a:schemeClr val="dk1"/>
              </a:solidFill>
              <a:latin typeface="Helvetica Neue"/>
              <a:ea typeface="Helvetica Neue"/>
              <a:cs typeface="Helvetica Neue"/>
              <a:sym typeface="Helvetica Neue"/>
            </a:endParaRPr>
          </a:p>
        </p:txBody>
      </p:sp>
      <p:sp>
        <p:nvSpPr>
          <p:cNvPr id="103" name="Google Shape;103;p3"/>
          <p:cNvSpPr txBox="1"/>
          <p:nvPr/>
        </p:nvSpPr>
        <p:spPr>
          <a:xfrm>
            <a:off x="4389990" y="3346277"/>
            <a:ext cx="116839"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Requirements</a:t>
            </a:r>
            <a:endParaRPr sz="1400">
              <a:solidFill>
                <a:schemeClr val="accent1"/>
              </a:solidFill>
              <a:latin typeface="Trebuchet MS"/>
              <a:ea typeface="Trebuchet MS"/>
              <a:cs typeface="Trebuchet MS"/>
              <a:sym typeface="Trebuchet MS"/>
            </a:endParaRPr>
          </a:p>
        </p:txBody>
      </p:sp>
      <p:pic>
        <p:nvPicPr>
          <p:cNvPr id="109" name="Google Shape;109;p4"/>
          <p:cNvPicPr preferRelativeResize="0"/>
          <p:nvPr/>
        </p:nvPicPr>
        <p:blipFill rotWithShape="1">
          <a:blip r:embed="rId3">
            <a:alphaModFix/>
          </a:blip>
          <a:srcRect b="0" l="0" r="0" t="0"/>
          <a:stretch/>
        </p:blipFill>
        <p:spPr>
          <a:xfrm>
            <a:off x="234911" y="817181"/>
            <a:ext cx="65265" cy="65265"/>
          </a:xfrm>
          <a:prstGeom prst="rect">
            <a:avLst/>
          </a:prstGeom>
          <a:noFill/>
          <a:ln>
            <a:noFill/>
          </a:ln>
        </p:spPr>
      </p:pic>
      <p:pic>
        <p:nvPicPr>
          <p:cNvPr id="110" name="Google Shape;110;p4"/>
          <p:cNvPicPr preferRelativeResize="0"/>
          <p:nvPr/>
        </p:nvPicPr>
        <p:blipFill rotWithShape="1">
          <a:blip r:embed="rId4">
            <a:alphaModFix/>
          </a:blip>
          <a:srcRect b="0" l="0" r="0" t="0"/>
          <a:stretch/>
        </p:blipFill>
        <p:spPr>
          <a:xfrm>
            <a:off x="524687" y="1006983"/>
            <a:ext cx="52590" cy="52590"/>
          </a:xfrm>
          <a:prstGeom prst="rect">
            <a:avLst/>
          </a:prstGeom>
          <a:noFill/>
          <a:ln>
            <a:noFill/>
          </a:ln>
        </p:spPr>
      </p:pic>
      <p:pic>
        <p:nvPicPr>
          <p:cNvPr id="111" name="Google Shape;111;p4"/>
          <p:cNvPicPr preferRelativeResize="0"/>
          <p:nvPr/>
        </p:nvPicPr>
        <p:blipFill rotWithShape="1">
          <a:blip r:embed="rId4">
            <a:alphaModFix/>
          </a:blip>
          <a:srcRect b="0" l="0" r="0" t="0"/>
          <a:stretch/>
        </p:blipFill>
        <p:spPr>
          <a:xfrm>
            <a:off x="524687" y="1158811"/>
            <a:ext cx="52590" cy="52590"/>
          </a:xfrm>
          <a:prstGeom prst="rect">
            <a:avLst/>
          </a:prstGeom>
          <a:noFill/>
          <a:ln>
            <a:noFill/>
          </a:ln>
        </p:spPr>
      </p:pic>
      <p:pic>
        <p:nvPicPr>
          <p:cNvPr id="112" name="Google Shape;112;p4"/>
          <p:cNvPicPr preferRelativeResize="0"/>
          <p:nvPr/>
        </p:nvPicPr>
        <p:blipFill rotWithShape="1">
          <a:blip r:embed="rId4">
            <a:alphaModFix/>
          </a:blip>
          <a:srcRect b="0" l="0" r="0" t="0"/>
          <a:stretch/>
        </p:blipFill>
        <p:spPr>
          <a:xfrm>
            <a:off x="524687" y="1310652"/>
            <a:ext cx="52590" cy="52590"/>
          </a:xfrm>
          <a:prstGeom prst="rect">
            <a:avLst/>
          </a:prstGeom>
          <a:noFill/>
          <a:ln>
            <a:noFill/>
          </a:ln>
        </p:spPr>
      </p:pic>
      <p:sp>
        <p:nvSpPr>
          <p:cNvPr id="113" name="Google Shape;113;p4"/>
          <p:cNvSpPr txBox="1"/>
          <p:nvPr/>
        </p:nvSpPr>
        <p:spPr>
          <a:xfrm>
            <a:off x="356755" y="708661"/>
            <a:ext cx="2563500" cy="2714700"/>
          </a:xfrm>
          <a:prstGeom prst="rect">
            <a:avLst/>
          </a:prstGeom>
          <a:noFill/>
          <a:ln>
            <a:noFill/>
          </a:ln>
        </p:spPr>
        <p:txBody>
          <a:bodyPr anchorCtr="0" anchor="t" bIns="0" lIns="0" spcFirstLastPara="1" rIns="0" wrap="square" tIns="36175">
            <a:spAutoFit/>
          </a:bodyPr>
          <a:lstStyle/>
          <a:p>
            <a:pPr indent="0" lvl="0" marL="12700" marR="0" rtl="0" algn="l">
              <a:lnSpc>
                <a:spcPct val="100000"/>
              </a:lnSpc>
              <a:spcBef>
                <a:spcPts val="0"/>
              </a:spcBef>
              <a:spcAft>
                <a:spcPts val="0"/>
              </a:spcAft>
              <a:buNone/>
            </a:pPr>
            <a:r>
              <a:rPr lang="en-US" sz="1100">
                <a:solidFill>
                  <a:schemeClr val="dk1"/>
                </a:solidFill>
                <a:latin typeface="Tahoma"/>
                <a:ea typeface="Tahoma"/>
                <a:cs typeface="Tahoma"/>
                <a:sym typeface="Tahoma"/>
              </a:rPr>
              <a:t>Introduced in version 2</a:t>
            </a:r>
            <a:endParaRPr sz="1100">
              <a:solidFill>
                <a:schemeClr val="dk1"/>
              </a:solidFill>
              <a:latin typeface="Tahoma"/>
              <a:ea typeface="Tahoma"/>
              <a:cs typeface="Tahoma"/>
              <a:sym typeface="Tahoma"/>
            </a:endParaRPr>
          </a:p>
          <a:p>
            <a:pPr indent="0" lvl="0" marL="289560" marR="328930" rtl="0" algn="l">
              <a:lnSpc>
                <a:spcPct val="100000"/>
              </a:lnSpc>
              <a:spcBef>
                <a:spcPts val="175"/>
              </a:spcBef>
              <a:spcAft>
                <a:spcPts val="0"/>
              </a:spcAft>
              <a:buNone/>
            </a:pPr>
            <a:r>
              <a:rPr lang="en-US" sz="1000">
                <a:solidFill>
                  <a:schemeClr val="dk1"/>
                </a:solidFill>
                <a:latin typeface="Tahoma"/>
                <a:ea typeface="Tahoma"/>
                <a:cs typeface="Tahoma"/>
                <a:sym typeface="Tahoma"/>
              </a:rPr>
              <a:t>Knowledge Profile (K1 – K8)  Complex Problem Solving (P1 –P7)</a:t>
            </a:r>
            <a:endParaRPr sz="1000">
              <a:solidFill>
                <a:schemeClr val="dk1"/>
              </a:solidFill>
              <a:latin typeface="Tahoma"/>
              <a:ea typeface="Tahoma"/>
              <a:cs typeface="Tahoma"/>
              <a:sym typeface="Tahoma"/>
            </a:endParaRPr>
          </a:p>
          <a:p>
            <a:pPr indent="0" lvl="0" marL="289560" marR="0" rtl="0" algn="l">
              <a:lnSpc>
                <a:spcPct val="119000"/>
              </a:lnSpc>
              <a:spcBef>
                <a:spcPts val="0"/>
              </a:spcBef>
              <a:spcAft>
                <a:spcPts val="0"/>
              </a:spcAft>
              <a:buNone/>
            </a:pPr>
            <a:r>
              <a:rPr lang="en-US" sz="1000">
                <a:solidFill>
                  <a:schemeClr val="dk1"/>
                </a:solidFill>
                <a:latin typeface="Tahoma"/>
                <a:ea typeface="Tahoma"/>
                <a:cs typeface="Tahoma"/>
                <a:sym typeface="Tahoma"/>
              </a:rPr>
              <a:t>Complex Engineering Activities (A1 – A5)</a:t>
            </a:r>
            <a:endParaRPr sz="1000">
              <a:solidFill>
                <a:schemeClr val="dk1"/>
              </a:solidFill>
              <a:latin typeface="Tahoma"/>
              <a:ea typeface="Tahoma"/>
              <a:cs typeface="Tahoma"/>
              <a:sym typeface="Tahoma"/>
            </a:endParaRPr>
          </a:p>
          <a:p>
            <a:pPr indent="0" lvl="0" marL="12700" marR="113664" rtl="0" algn="l">
              <a:lnSpc>
                <a:spcPct val="102600"/>
              </a:lnSpc>
              <a:spcBef>
                <a:spcPts val="320"/>
              </a:spcBef>
              <a:spcAft>
                <a:spcPts val="0"/>
              </a:spcAft>
              <a:buNone/>
            </a:pPr>
            <a:r>
              <a:rPr lang="en-US" sz="1100">
                <a:solidFill>
                  <a:schemeClr val="dk1"/>
                </a:solidFill>
                <a:latin typeface="Tahoma"/>
                <a:ea typeface="Tahoma"/>
                <a:cs typeface="Tahoma"/>
                <a:sym typeface="Tahoma"/>
              </a:rPr>
              <a:t>“The way in which each attribute of the  Knowledge Profile (K1 – K8) is addressed  in the curriculum must be demonstrated  through mapping.”</a:t>
            </a:r>
            <a:endParaRPr sz="1100">
              <a:solidFill>
                <a:schemeClr val="dk1"/>
              </a:solidFill>
              <a:latin typeface="Tahoma"/>
              <a:ea typeface="Tahoma"/>
              <a:cs typeface="Tahoma"/>
              <a:sym typeface="Tahoma"/>
            </a:endParaRPr>
          </a:p>
          <a:p>
            <a:pPr indent="0" lvl="0" marL="12700" marR="5080" rtl="0" algn="l">
              <a:lnSpc>
                <a:spcPct val="102600"/>
              </a:lnSpc>
              <a:spcBef>
                <a:spcPts val="300"/>
              </a:spcBef>
              <a:spcAft>
                <a:spcPts val="0"/>
              </a:spcAft>
              <a:buNone/>
            </a:pPr>
            <a:r>
              <a:rPr lang="en-US" sz="1100">
                <a:solidFill>
                  <a:schemeClr val="dk1"/>
                </a:solidFill>
                <a:latin typeface="Tahoma"/>
                <a:ea typeface="Tahoma"/>
                <a:cs typeface="Tahoma"/>
                <a:sym typeface="Tahoma"/>
              </a:rPr>
              <a:t>“The program must also demonstrate how  each attribute of the Range of Complex  Engineering Problems (P1 – P7) and  Complex Engineering Activities (A1 – A5)  is incorporated in the teaching, learning and  assessment.”</a:t>
            </a:r>
            <a:endParaRPr sz="1100">
              <a:solidFill>
                <a:schemeClr val="dk1"/>
              </a:solidFill>
              <a:latin typeface="Tahoma"/>
              <a:ea typeface="Tahoma"/>
              <a:cs typeface="Tahoma"/>
              <a:sym typeface="Tahoma"/>
            </a:endParaRPr>
          </a:p>
        </p:txBody>
      </p:sp>
      <p:pic>
        <p:nvPicPr>
          <p:cNvPr id="114" name="Google Shape;114;p4"/>
          <p:cNvPicPr preferRelativeResize="0"/>
          <p:nvPr/>
        </p:nvPicPr>
        <p:blipFill rotWithShape="1">
          <a:blip r:embed="rId3">
            <a:alphaModFix/>
          </a:blip>
          <a:srcRect b="0" l="0" r="0" t="0"/>
          <a:stretch/>
        </p:blipFill>
        <p:spPr>
          <a:xfrm>
            <a:off x="234911" y="1508010"/>
            <a:ext cx="65265" cy="65265"/>
          </a:xfrm>
          <a:prstGeom prst="rect">
            <a:avLst/>
          </a:prstGeom>
          <a:noFill/>
          <a:ln>
            <a:noFill/>
          </a:ln>
        </p:spPr>
      </p:pic>
      <p:pic>
        <p:nvPicPr>
          <p:cNvPr id="115" name="Google Shape;115;p4"/>
          <p:cNvPicPr preferRelativeResize="0"/>
          <p:nvPr/>
        </p:nvPicPr>
        <p:blipFill rotWithShape="1">
          <a:blip r:embed="rId3">
            <a:alphaModFix/>
          </a:blip>
          <a:srcRect b="0" l="0" r="0" t="0"/>
          <a:stretch/>
        </p:blipFill>
        <p:spPr>
          <a:xfrm>
            <a:off x="234911" y="2234260"/>
            <a:ext cx="65265" cy="65265"/>
          </a:xfrm>
          <a:prstGeom prst="rect">
            <a:avLst/>
          </a:prstGeom>
          <a:noFill/>
          <a:ln>
            <a:noFill/>
          </a:ln>
        </p:spPr>
      </p:pic>
      <p:pic>
        <p:nvPicPr>
          <p:cNvPr id="116" name="Google Shape;116;p4"/>
          <p:cNvPicPr preferRelativeResize="0"/>
          <p:nvPr/>
        </p:nvPicPr>
        <p:blipFill rotWithShape="1">
          <a:blip r:embed="rId5">
            <a:alphaModFix/>
          </a:blip>
          <a:srcRect b="0" l="0" r="0" t="0"/>
          <a:stretch/>
        </p:blipFill>
        <p:spPr>
          <a:xfrm>
            <a:off x="2999790" y="921052"/>
            <a:ext cx="1515816" cy="2142023"/>
          </a:xfrm>
          <a:prstGeom prst="rect">
            <a:avLst/>
          </a:prstGeom>
          <a:noFill/>
          <a:ln>
            <a:noFill/>
          </a:ln>
        </p:spPr>
      </p:pic>
      <p:sp>
        <p:nvSpPr>
          <p:cNvPr id="117" name="Google Shape;117;p4"/>
          <p:cNvSpPr txBox="1"/>
          <p:nvPr/>
        </p:nvSpPr>
        <p:spPr>
          <a:xfrm>
            <a:off x="2983836" y="3334918"/>
            <a:ext cx="1071880" cy="102235"/>
          </a:xfrm>
          <a:prstGeom prst="rect">
            <a:avLst/>
          </a:prstGeom>
          <a:noFill/>
          <a:ln>
            <a:noFill/>
          </a:ln>
        </p:spPr>
        <p:txBody>
          <a:bodyPr anchorCtr="0" anchor="t" bIns="0" lIns="0" spcFirstLastPara="1" rIns="0" wrap="square" tIns="0">
            <a:spAutoFit/>
          </a:bodyPr>
          <a:lstStyle/>
          <a:p>
            <a:pPr indent="0" lvl="0" marL="12700" marR="0" rtl="0" algn="l">
              <a:lnSpc>
                <a:spcPct val="112500"/>
              </a:lnSpc>
              <a:spcBef>
                <a:spcPts val="0"/>
              </a:spcBef>
              <a:spcAft>
                <a:spcPts val="0"/>
              </a:spcAft>
              <a:buNone/>
            </a:pPr>
            <a:r>
              <a:rPr lang="en-US" sz="600">
                <a:solidFill>
                  <a:schemeClr val="dk1"/>
                </a:solidFill>
                <a:latin typeface="Helvetica Neue"/>
                <a:ea typeface="Helvetica Neue"/>
                <a:cs typeface="Helvetica Neue"/>
                <a:sym typeface="Helvetica Neue"/>
              </a:rPr>
              <a:t>Complex Engineering Problems</a:t>
            </a:r>
            <a:endParaRPr sz="600">
              <a:solidFill>
                <a:schemeClr val="dk1"/>
              </a:solidFill>
              <a:latin typeface="Helvetica Neue"/>
              <a:ea typeface="Helvetica Neue"/>
              <a:cs typeface="Helvetica Neue"/>
              <a:sym typeface="Helvetica Neue"/>
            </a:endParaRPr>
          </a:p>
        </p:txBody>
      </p:sp>
      <p:sp>
        <p:nvSpPr>
          <p:cNvPr id="118" name="Google Shape;118;p4"/>
          <p:cNvSpPr txBox="1"/>
          <p:nvPr/>
        </p:nvSpPr>
        <p:spPr>
          <a:xfrm>
            <a:off x="4389990" y="3334918"/>
            <a:ext cx="116839"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BAETE Program Outcomes</a:t>
            </a:r>
            <a:endParaRPr sz="1400">
              <a:solidFill>
                <a:schemeClr val="accent1"/>
              </a:solidFill>
              <a:latin typeface="Trebuchet MS"/>
              <a:ea typeface="Trebuchet MS"/>
              <a:cs typeface="Trebuchet MS"/>
              <a:sym typeface="Trebuchet MS"/>
            </a:endParaRPr>
          </a:p>
        </p:txBody>
      </p:sp>
      <p:pic>
        <p:nvPicPr>
          <p:cNvPr id="124" name="Google Shape;124;p5"/>
          <p:cNvPicPr preferRelativeResize="0"/>
          <p:nvPr/>
        </p:nvPicPr>
        <p:blipFill rotWithShape="1">
          <a:blip r:embed="rId3">
            <a:alphaModFix/>
          </a:blip>
          <a:srcRect b="0" l="0" r="0" t="0"/>
          <a:stretch/>
        </p:blipFill>
        <p:spPr>
          <a:xfrm>
            <a:off x="181495" y="668258"/>
            <a:ext cx="114214" cy="114214"/>
          </a:xfrm>
          <a:prstGeom prst="rect">
            <a:avLst/>
          </a:prstGeom>
          <a:noFill/>
          <a:ln>
            <a:noFill/>
          </a:ln>
        </p:spPr>
      </p:pic>
      <p:sp>
        <p:nvSpPr>
          <p:cNvPr id="125" name="Google Shape;125;p5"/>
          <p:cNvSpPr txBox="1"/>
          <p:nvPr/>
        </p:nvSpPr>
        <p:spPr>
          <a:xfrm>
            <a:off x="206527" y="647286"/>
            <a:ext cx="64135"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a</a:t>
            </a:r>
            <a:endParaRPr sz="600">
              <a:solidFill>
                <a:schemeClr val="dk1"/>
              </a:solidFill>
              <a:latin typeface="Helvetica Neue"/>
              <a:ea typeface="Helvetica Neue"/>
              <a:cs typeface="Helvetica Neue"/>
              <a:sym typeface="Helvetica Neue"/>
            </a:endParaRPr>
          </a:p>
        </p:txBody>
      </p:sp>
      <p:sp>
        <p:nvSpPr>
          <p:cNvPr id="126" name="Google Shape;126;p5"/>
          <p:cNvSpPr txBox="1"/>
          <p:nvPr/>
        </p:nvSpPr>
        <p:spPr>
          <a:xfrm>
            <a:off x="295700" y="536325"/>
            <a:ext cx="4268100" cy="2724000"/>
          </a:xfrm>
          <a:prstGeom prst="rect">
            <a:avLst/>
          </a:prstGeom>
          <a:noFill/>
          <a:ln>
            <a:noFill/>
          </a:ln>
        </p:spPr>
        <p:txBody>
          <a:bodyPr anchorCtr="0" anchor="t" bIns="0" lIns="0" spcFirstLastPara="1" rIns="0" wrap="square" tIns="6975">
            <a:spAutoFit/>
          </a:bodyPr>
          <a:lstStyle/>
          <a:p>
            <a:pPr indent="0" lvl="0" marL="12700" marR="12700" rtl="0" algn="l">
              <a:lnSpc>
                <a:spcPct val="102600"/>
              </a:lnSpc>
              <a:spcBef>
                <a:spcPts val="0"/>
              </a:spcBef>
              <a:spcAft>
                <a:spcPts val="0"/>
              </a:spcAft>
              <a:buNone/>
            </a:pPr>
            <a:r>
              <a:rPr lang="en-US" sz="1100">
                <a:solidFill>
                  <a:schemeClr val="dk1"/>
                </a:solidFill>
                <a:latin typeface="Tahoma"/>
                <a:ea typeface="Tahoma"/>
                <a:cs typeface="Tahoma"/>
                <a:sym typeface="Tahoma"/>
              </a:rPr>
              <a:t>Apply </a:t>
            </a:r>
            <a:r>
              <a:rPr b="1" lang="en-US" sz="1100">
                <a:solidFill>
                  <a:schemeClr val="dk1"/>
                </a:solidFill>
                <a:latin typeface="Arial"/>
                <a:ea typeface="Arial"/>
                <a:cs typeface="Arial"/>
                <a:sym typeface="Arial"/>
              </a:rPr>
              <a:t>knowledge </a:t>
            </a:r>
            <a:r>
              <a:rPr lang="en-US" sz="1100">
                <a:solidFill>
                  <a:schemeClr val="dk1"/>
                </a:solidFill>
                <a:latin typeface="Tahoma"/>
                <a:ea typeface="Tahoma"/>
                <a:cs typeface="Tahoma"/>
                <a:sym typeface="Tahoma"/>
              </a:rPr>
              <a:t>of mathematics, natural science, engineering  fundamentals and an engineering specialization as specified in K1 to  K4 respectively to the solution of </a:t>
            </a:r>
            <a:r>
              <a:rPr lang="en-US" sz="1100">
                <a:solidFill>
                  <a:srgbClr val="BC1919"/>
                </a:solidFill>
                <a:latin typeface="Tahoma"/>
                <a:ea typeface="Tahoma"/>
                <a:cs typeface="Tahoma"/>
                <a:sym typeface="Tahoma"/>
              </a:rPr>
              <a:t>complex engineering problems</a:t>
            </a:r>
            <a:r>
              <a:rPr lang="en-US" sz="1100">
                <a:solidFill>
                  <a:schemeClr val="dk1"/>
                </a:solidFill>
                <a:latin typeface="Tahoma"/>
                <a:ea typeface="Tahoma"/>
                <a:cs typeface="Tahoma"/>
                <a:sym typeface="Tahoma"/>
              </a:rPr>
              <a:t>.</a:t>
            </a:r>
            <a:endParaRPr sz="1100">
              <a:solidFill>
                <a:schemeClr val="dk1"/>
              </a:solidFill>
              <a:latin typeface="Tahoma"/>
              <a:ea typeface="Tahoma"/>
              <a:cs typeface="Tahoma"/>
              <a:sym typeface="Tahoma"/>
            </a:endParaRPr>
          </a:p>
          <a:p>
            <a:pPr indent="0" lvl="0" marL="12700" marR="5080" rtl="0" algn="l">
              <a:lnSpc>
                <a:spcPct val="102600"/>
              </a:lnSpc>
              <a:spcBef>
                <a:spcPts val="300"/>
              </a:spcBef>
              <a:spcAft>
                <a:spcPts val="0"/>
              </a:spcAft>
              <a:buNone/>
            </a:pPr>
            <a:r>
              <a:rPr lang="en-US" sz="1100">
                <a:solidFill>
                  <a:schemeClr val="dk1"/>
                </a:solidFill>
                <a:latin typeface="Tahoma"/>
                <a:ea typeface="Tahoma"/>
                <a:cs typeface="Tahoma"/>
                <a:sym typeface="Tahoma"/>
              </a:rPr>
              <a:t>Identify, formulate, research literature and </a:t>
            </a:r>
            <a:r>
              <a:rPr b="1" lang="en-US" sz="1100">
                <a:solidFill>
                  <a:schemeClr val="dk1"/>
                </a:solidFill>
                <a:latin typeface="Arial"/>
                <a:ea typeface="Arial"/>
                <a:cs typeface="Arial"/>
                <a:sym typeface="Arial"/>
              </a:rPr>
              <a:t>analyse </a:t>
            </a:r>
            <a:r>
              <a:rPr lang="en-US" sz="1100">
                <a:solidFill>
                  <a:srgbClr val="BC1919"/>
                </a:solidFill>
                <a:latin typeface="Tahoma"/>
                <a:ea typeface="Tahoma"/>
                <a:cs typeface="Tahoma"/>
                <a:sym typeface="Tahoma"/>
              </a:rPr>
              <a:t>complex  engineering problems </a:t>
            </a:r>
            <a:r>
              <a:rPr lang="en-US" sz="1100">
                <a:solidFill>
                  <a:schemeClr val="dk1"/>
                </a:solidFill>
                <a:latin typeface="Tahoma"/>
                <a:ea typeface="Tahoma"/>
                <a:cs typeface="Tahoma"/>
                <a:sym typeface="Tahoma"/>
              </a:rPr>
              <a:t>reaching substantiated conclusions using first  principles of mathematics, natural sciences and engineering sciences.  (K1 to K4)</a:t>
            </a:r>
            <a:endParaRPr sz="1100">
              <a:solidFill>
                <a:schemeClr val="dk1"/>
              </a:solidFill>
              <a:latin typeface="Tahoma"/>
              <a:ea typeface="Tahoma"/>
              <a:cs typeface="Tahoma"/>
              <a:sym typeface="Tahoma"/>
            </a:endParaRPr>
          </a:p>
          <a:p>
            <a:pPr indent="0" lvl="0" marL="12700" marR="193040" rtl="0" algn="l">
              <a:lnSpc>
                <a:spcPct val="102600"/>
              </a:lnSpc>
              <a:spcBef>
                <a:spcPts val="300"/>
              </a:spcBef>
              <a:spcAft>
                <a:spcPts val="0"/>
              </a:spcAft>
              <a:buNone/>
            </a:pPr>
            <a:r>
              <a:rPr b="1" lang="en-US" sz="1100">
                <a:solidFill>
                  <a:schemeClr val="dk1"/>
                </a:solidFill>
                <a:latin typeface="Arial"/>
                <a:ea typeface="Arial"/>
                <a:cs typeface="Arial"/>
                <a:sym typeface="Arial"/>
              </a:rPr>
              <a:t>Design </a:t>
            </a:r>
            <a:r>
              <a:rPr lang="en-US" sz="1100">
                <a:solidFill>
                  <a:schemeClr val="dk1"/>
                </a:solidFill>
                <a:latin typeface="Tahoma"/>
                <a:ea typeface="Tahoma"/>
                <a:cs typeface="Tahoma"/>
                <a:sym typeface="Tahoma"/>
              </a:rPr>
              <a:t>solutions for </a:t>
            </a:r>
            <a:r>
              <a:rPr lang="en-US" sz="1100">
                <a:solidFill>
                  <a:srgbClr val="BC1919"/>
                </a:solidFill>
                <a:latin typeface="Tahoma"/>
                <a:ea typeface="Tahoma"/>
                <a:cs typeface="Tahoma"/>
                <a:sym typeface="Tahoma"/>
              </a:rPr>
              <a:t>complex engineering problems </a:t>
            </a:r>
            <a:r>
              <a:rPr lang="en-US" sz="1100">
                <a:solidFill>
                  <a:schemeClr val="dk1"/>
                </a:solidFill>
                <a:latin typeface="Tahoma"/>
                <a:ea typeface="Tahoma"/>
                <a:cs typeface="Tahoma"/>
                <a:sym typeface="Tahoma"/>
              </a:rPr>
              <a:t>and design  systems, components or processes that meet specified needs with  appropriate consideration for public health and safety, cultural,  societal, and environmental considerations. (K5)</a:t>
            </a:r>
            <a:endParaRPr sz="1100">
              <a:solidFill>
                <a:schemeClr val="dk1"/>
              </a:solidFill>
              <a:latin typeface="Tahoma"/>
              <a:ea typeface="Tahoma"/>
              <a:cs typeface="Tahoma"/>
              <a:sym typeface="Tahoma"/>
            </a:endParaRPr>
          </a:p>
          <a:p>
            <a:pPr indent="0" lvl="0" marL="12700" marR="116839" rtl="0" algn="l">
              <a:lnSpc>
                <a:spcPct val="102600"/>
              </a:lnSpc>
              <a:spcBef>
                <a:spcPts val="300"/>
              </a:spcBef>
              <a:spcAft>
                <a:spcPts val="0"/>
              </a:spcAft>
              <a:buNone/>
            </a:pPr>
            <a:r>
              <a:rPr lang="en-US" sz="1100">
                <a:solidFill>
                  <a:schemeClr val="dk1"/>
                </a:solidFill>
                <a:latin typeface="Tahoma"/>
                <a:ea typeface="Tahoma"/>
                <a:cs typeface="Tahoma"/>
                <a:sym typeface="Tahoma"/>
              </a:rPr>
              <a:t>Conduct </a:t>
            </a:r>
            <a:r>
              <a:rPr b="1" lang="en-US" sz="1100">
                <a:solidFill>
                  <a:schemeClr val="dk1"/>
                </a:solidFill>
                <a:latin typeface="Arial"/>
                <a:ea typeface="Arial"/>
                <a:cs typeface="Arial"/>
                <a:sym typeface="Arial"/>
              </a:rPr>
              <a:t>investigations </a:t>
            </a:r>
            <a:r>
              <a:rPr lang="en-US" sz="1100">
                <a:solidFill>
                  <a:schemeClr val="dk1"/>
                </a:solidFill>
                <a:latin typeface="Tahoma"/>
                <a:ea typeface="Tahoma"/>
                <a:cs typeface="Tahoma"/>
                <a:sym typeface="Tahoma"/>
              </a:rPr>
              <a:t>of </a:t>
            </a:r>
            <a:r>
              <a:rPr lang="en-US" sz="1100">
                <a:solidFill>
                  <a:srgbClr val="BC1919"/>
                </a:solidFill>
                <a:latin typeface="Tahoma"/>
                <a:ea typeface="Tahoma"/>
                <a:cs typeface="Tahoma"/>
                <a:sym typeface="Tahoma"/>
              </a:rPr>
              <a:t>complex problems </a:t>
            </a:r>
            <a:r>
              <a:rPr lang="en-US" sz="1100">
                <a:solidFill>
                  <a:schemeClr val="dk1"/>
                </a:solidFill>
                <a:latin typeface="Tahoma"/>
                <a:ea typeface="Tahoma"/>
                <a:cs typeface="Tahoma"/>
                <a:sym typeface="Tahoma"/>
              </a:rPr>
              <a:t>using research-based  knowledge (K8) and research methods including design of  experiments, analysis and interpretation of data, and synthesis of  information to provide valid conclusions.</a:t>
            </a:r>
            <a:endParaRPr sz="1100">
              <a:solidFill>
                <a:schemeClr val="dk1"/>
              </a:solidFill>
              <a:latin typeface="Tahoma"/>
              <a:ea typeface="Tahoma"/>
              <a:cs typeface="Tahoma"/>
              <a:sym typeface="Tahoma"/>
            </a:endParaRPr>
          </a:p>
        </p:txBody>
      </p:sp>
      <p:pic>
        <p:nvPicPr>
          <p:cNvPr id="127" name="Google Shape;127;p5"/>
          <p:cNvPicPr preferRelativeResize="0"/>
          <p:nvPr/>
        </p:nvPicPr>
        <p:blipFill rotWithShape="1">
          <a:blip r:embed="rId3">
            <a:alphaModFix/>
          </a:blip>
          <a:srcRect b="0" l="0" r="0" t="0"/>
          <a:stretch/>
        </p:blipFill>
        <p:spPr>
          <a:xfrm>
            <a:off x="181495" y="1222435"/>
            <a:ext cx="114214" cy="114214"/>
          </a:xfrm>
          <a:prstGeom prst="rect">
            <a:avLst/>
          </a:prstGeom>
          <a:noFill/>
          <a:ln>
            <a:noFill/>
          </a:ln>
        </p:spPr>
      </p:pic>
      <p:sp>
        <p:nvSpPr>
          <p:cNvPr id="128" name="Google Shape;128;p5"/>
          <p:cNvSpPr txBox="1"/>
          <p:nvPr/>
        </p:nvSpPr>
        <p:spPr>
          <a:xfrm>
            <a:off x="205079" y="1210962"/>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b</a:t>
            </a:r>
            <a:endParaRPr sz="600">
              <a:solidFill>
                <a:schemeClr val="dk1"/>
              </a:solidFill>
              <a:latin typeface="Helvetica Neue"/>
              <a:ea typeface="Helvetica Neue"/>
              <a:cs typeface="Helvetica Neue"/>
              <a:sym typeface="Helvetica Neue"/>
            </a:endParaRPr>
          </a:p>
        </p:txBody>
      </p:sp>
      <p:pic>
        <p:nvPicPr>
          <p:cNvPr id="129" name="Google Shape;129;p5"/>
          <p:cNvPicPr preferRelativeResize="0"/>
          <p:nvPr/>
        </p:nvPicPr>
        <p:blipFill rotWithShape="1">
          <a:blip r:embed="rId4">
            <a:alphaModFix/>
          </a:blip>
          <a:srcRect b="0" l="0" r="0" t="0"/>
          <a:stretch/>
        </p:blipFill>
        <p:spPr>
          <a:xfrm>
            <a:off x="181495" y="1948697"/>
            <a:ext cx="114214" cy="114214"/>
          </a:xfrm>
          <a:prstGeom prst="rect">
            <a:avLst/>
          </a:prstGeom>
          <a:noFill/>
          <a:ln>
            <a:noFill/>
          </a:ln>
        </p:spPr>
      </p:pic>
      <p:sp>
        <p:nvSpPr>
          <p:cNvPr id="130" name="Google Shape;130;p5"/>
          <p:cNvSpPr txBox="1"/>
          <p:nvPr/>
        </p:nvSpPr>
        <p:spPr>
          <a:xfrm>
            <a:off x="207987" y="1927725"/>
            <a:ext cx="61594"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c</a:t>
            </a:r>
            <a:endParaRPr sz="600">
              <a:solidFill>
                <a:schemeClr val="dk1"/>
              </a:solidFill>
              <a:latin typeface="Helvetica Neue"/>
              <a:ea typeface="Helvetica Neue"/>
              <a:cs typeface="Helvetica Neue"/>
              <a:sym typeface="Helvetica Neue"/>
            </a:endParaRPr>
          </a:p>
        </p:txBody>
      </p:sp>
      <p:pic>
        <p:nvPicPr>
          <p:cNvPr id="131" name="Google Shape;131;p5"/>
          <p:cNvPicPr preferRelativeResize="0"/>
          <p:nvPr/>
        </p:nvPicPr>
        <p:blipFill rotWithShape="1">
          <a:blip r:embed="rId3">
            <a:alphaModFix/>
          </a:blip>
          <a:srcRect b="0" l="0" r="0" t="0"/>
          <a:stretch/>
        </p:blipFill>
        <p:spPr>
          <a:xfrm>
            <a:off x="181495" y="2674947"/>
            <a:ext cx="114214" cy="114214"/>
          </a:xfrm>
          <a:prstGeom prst="rect">
            <a:avLst/>
          </a:prstGeom>
          <a:noFill/>
          <a:ln>
            <a:noFill/>
          </a:ln>
        </p:spPr>
      </p:pic>
      <p:sp>
        <p:nvSpPr>
          <p:cNvPr id="132" name="Google Shape;132;p5"/>
          <p:cNvSpPr txBox="1"/>
          <p:nvPr/>
        </p:nvSpPr>
        <p:spPr>
          <a:xfrm>
            <a:off x="205079" y="2663474"/>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d</a:t>
            </a:r>
            <a:endParaRPr sz="600">
              <a:solidFill>
                <a:schemeClr val="dk1"/>
              </a:solidFill>
              <a:latin typeface="Helvetica Neue"/>
              <a:ea typeface="Helvetica Neue"/>
              <a:cs typeface="Helvetica Neue"/>
              <a:sym typeface="Helvetica Neue"/>
            </a:endParaRPr>
          </a:p>
        </p:txBody>
      </p:sp>
      <p:sp>
        <p:nvSpPr>
          <p:cNvPr id="133" name="Google Shape;133;p5"/>
          <p:cNvSpPr txBox="1"/>
          <p:nvPr/>
        </p:nvSpPr>
        <p:spPr>
          <a:xfrm>
            <a:off x="2983836" y="3334918"/>
            <a:ext cx="1071880" cy="102235"/>
          </a:xfrm>
          <a:prstGeom prst="rect">
            <a:avLst/>
          </a:prstGeom>
          <a:noFill/>
          <a:ln>
            <a:noFill/>
          </a:ln>
        </p:spPr>
        <p:txBody>
          <a:bodyPr anchorCtr="0" anchor="t" bIns="0" lIns="0" spcFirstLastPara="1" rIns="0" wrap="square" tIns="0">
            <a:spAutoFit/>
          </a:bodyPr>
          <a:lstStyle/>
          <a:p>
            <a:pPr indent="0" lvl="0" marL="12700" marR="0" rtl="0" algn="l">
              <a:lnSpc>
                <a:spcPct val="112500"/>
              </a:lnSpc>
              <a:spcBef>
                <a:spcPts val="0"/>
              </a:spcBef>
              <a:spcAft>
                <a:spcPts val="0"/>
              </a:spcAft>
              <a:buNone/>
            </a:pPr>
            <a:r>
              <a:rPr lang="en-US" sz="600">
                <a:solidFill>
                  <a:schemeClr val="dk1"/>
                </a:solidFill>
                <a:latin typeface="Helvetica Neue"/>
                <a:ea typeface="Helvetica Neue"/>
                <a:cs typeface="Helvetica Neue"/>
                <a:sym typeface="Helvetica Neue"/>
              </a:rPr>
              <a:t>Complex Engineering Problems</a:t>
            </a:r>
            <a:endParaRPr sz="600">
              <a:solidFill>
                <a:schemeClr val="dk1"/>
              </a:solidFill>
              <a:latin typeface="Helvetica Neue"/>
              <a:ea typeface="Helvetica Neue"/>
              <a:cs typeface="Helvetica Neue"/>
              <a:sym typeface="Helvetica Neue"/>
            </a:endParaRPr>
          </a:p>
        </p:txBody>
      </p:sp>
      <p:sp>
        <p:nvSpPr>
          <p:cNvPr id="134" name="Google Shape;134;p5"/>
          <p:cNvSpPr txBox="1"/>
          <p:nvPr/>
        </p:nvSpPr>
        <p:spPr>
          <a:xfrm>
            <a:off x="4389990" y="3334918"/>
            <a:ext cx="116839"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BAETE Program Outcomes</a:t>
            </a:r>
            <a:endParaRPr sz="1400">
              <a:solidFill>
                <a:schemeClr val="accent1"/>
              </a:solidFill>
              <a:latin typeface="Trebuchet MS"/>
              <a:ea typeface="Trebuchet MS"/>
              <a:cs typeface="Trebuchet MS"/>
              <a:sym typeface="Trebuchet MS"/>
            </a:endParaRPr>
          </a:p>
        </p:txBody>
      </p:sp>
      <p:pic>
        <p:nvPicPr>
          <p:cNvPr id="140" name="Google Shape;140;p6"/>
          <p:cNvPicPr preferRelativeResize="0"/>
          <p:nvPr/>
        </p:nvPicPr>
        <p:blipFill rotWithShape="1">
          <a:blip r:embed="rId3">
            <a:alphaModFix/>
          </a:blip>
          <a:srcRect b="0" l="0" r="0" t="0"/>
          <a:stretch/>
        </p:blipFill>
        <p:spPr>
          <a:xfrm>
            <a:off x="181495" y="802840"/>
            <a:ext cx="114214" cy="114214"/>
          </a:xfrm>
          <a:prstGeom prst="rect">
            <a:avLst/>
          </a:prstGeom>
          <a:noFill/>
          <a:ln>
            <a:noFill/>
          </a:ln>
        </p:spPr>
      </p:pic>
      <p:sp>
        <p:nvSpPr>
          <p:cNvPr id="141" name="Google Shape;141;p6"/>
          <p:cNvSpPr txBox="1"/>
          <p:nvPr/>
        </p:nvSpPr>
        <p:spPr>
          <a:xfrm>
            <a:off x="207987" y="781867"/>
            <a:ext cx="61594"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e</a:t>
            </a:r>
            <a:endParaRPr sz="600">
              <a:solidFill>
                <a:schemeClr val="dk1"/>
              </a:solidFill>
              <a:latin typeface="Helvetica Neue"/>
              <a:ea typeface="Helvetica Neue"/>
              <a:cs typeface="Helvetica Neue"/>
              <a:sym typeface="Helvetica Neue"/>
            </a:endParaRPr>
          </a:p>
        </p:txBody>
      </p:sp>
      <p:sp>
        <p:nvSpPr>
          <p:cNvPr id="142" name="Google Shape;142;p6"/>
          <p:cNvSpPr txBox="1"/>
          <p:nvPr>
            <p:ph idx="1" type="body"/>
          </p:nvPr>
        </p:nvSpPr>
        <p:spPr>
          <a:xfrm>
            <a:off x="127292" y="748714"/>
            <a:ext cx="4355515" cy="2370455"/>
          </a:xfrm>
          <a:prstGeom prst="rect">
            <a:avLst/>
          </a:prstGeom>
          <a:noFill/>
          <a:ln>
            <a:noFill/>
          </a:ln>
        </p:spPr>
        <p:txBody>
          <a:bodyPr anchorCtr="0" anchor="t" bIns="0" lIns="0" spcFirstLastPara="1" rIns="0" wrap="square" tIns="6975">
            <a:spAutoFit/>
          </a:bodyPr>
          <a:lstStyle/>
          <a:p>
            <a:pPr indent="0" lvl="0" marL="288290" marR="5080" rtl="0" algn="l">
              <a:lnSpc>
                <a:spcPct val="102600"/>
              </a:lnSpc>
              <a:spcBef>
                <a:spcPts val="0"/>
              </a:spcBef>
              <a:spcAft>
                <a:spcPts val="0"/>
              </a:spcAft>
              <a:buNone/>
            </a:pPr>
            <a:r>
              <a:rPr lang="en-US"/>
              <a:t>Create, select and apply appropriate techniques, resources, and  </a:t>
            </a:r>
            <a:r>
              <a:rPr b="1" lang="en-US">
                <a:latin typeface="Arial"/>
                <a:ea typeface="Arial"/>
                <a:cs typeface="Arial"/>
                <a:sym typeface="Arial"/>
              </a:rPr>
              <a:t>modern engineering and IT tools</a:t>
            </a:r>
            <a:r>
              <a:rPr lang="en-US"/>
              <a:t>, including prediction and  modelling, to </a:t>
            </a:r>
            <a:r>
              <a:rPr lang="en-US">
                <a:solidFill>
                  <a:srgbClr val="BC1919"/>
                </a:solidFill>
              </a:rPr>
              <a:t>complex engineering problems</a:t>
            </a:r>
            <a:r>
              <a:rPr lang="en-US"/>
              <a:t>, with an understanding of  the limitations. (K6)</a:t>
            </a:r>
            <a:endParaRPr/>
          </a:p>
          <a:p>
            <a:pPr indent="0" lvl="0" marL="288290" marR="7620" rtl="0" algn="l">
              <a:lnSpc>
                <a:spcPct val="102600"/>
              </a:lnSpc>
              <a:spcBef>
                <a:spcPts val="300"/>
              </a:spcBef>
              <a:spcAft>
                <a:spcPts val="0"/>
              </a:spcAft>
              <a:buNone/>
            </a:pPr>
            <a:r>
              <a:rPr lang="en-US"/>
              <a:t>Apply reasoning informed by contextual knowledge to assess </a:t>
            </a:r>
            <a:r>
              <a:rPr b="1" lang="en-US">
                <a:latin typeface="Arial"/>
                <a:ea typeface="Arial"/>
                <a:cs typeface="Arial"/>
                <a:sym typeface="Arial"/>
              </a:rPr>
              <a:t>societal</a:t>
            </a:r>
            <a:r>
              <a:rPr lang="en-US"/>
              <a:t>,  health, safety, legal and cultural issues and the consequent  responsibilities relevant to professional engineering practice and  solutions to </a:t>
            </a:r>
            <a:r>
              <a:rPr lang="en-US">
                <a:solidFill>
                  <a:srgbClr val="BC1919"/>
                </a:solidFill>
              </a:rPr>
              <a:t>complex engineering problems</a:t>
            </a:r>
            <a:r>
              <a:rPr lang="en-US"/>
              <a:t>. (K7)</a:t>
            </a:r>
            <a:endParaRPr/>
          </a:p>
          <a:p>
            <a:pPr indent="0" lvl="0" marL="288290" marR="125729" rtl="0" algn="l">
              <a:lnSpc>
                <a:spcPct val="102600"/>
              </a:lnSpc>
              <a:spcBef>
                <a:spcPts val="300"/>
              </a:spcBef>
              <a:spcAft>
                <a:spcPts val="0"/>
              </a:spcAft>
              <a:buNone/>
            </a:pPr>
            <a:r>
              <a:rPr lang="en-US"/>
              <a:t>Understand and evaluate the </a:t>
            </a:r>
            <a:r>
              <a:rPr b="1" lang="en-US">
                <a:latin typeface="Arial"/>
                <a:ea typeface="Arial"/>
                <a:cs typeface="Arial"/>
                <a:sym typeface="Arial"/>
              </a:rPr>
              <a:t>sustainability </a:t>
            </a:r>
            <a:r>
              <a:rPr lang="en-US"/>
              <a:t>and impact of  professional engineering work in the solution of </a:t>
            </a:r>
            <a:r>
              <a:rPr lang="en-US">
                <a:solidFill>
                  <a:srgbClr val="BC1919"/>
                </a:solidFill>
              </a:rPr>
              <a:t>complex engineering  problems </a:t>
            </a:r>
            <a:r>
              <a:rPr lang="en-US"/>
              <a:t>in societal and </a:t>
            </a:r>
            <a:r>
              <a:rPr b="1" lang="en-US">
                <a:latin typeface="Arial"/>
                <a:ea typeface="Arial"/>
                <a:cs typeface="Arial"/>
                <a:sym typeface="Arial"/>
              </a:rPr>
              <a:t>environmental </a:t>
            </a:r>
            <a:r>
              <a:rPr lang="en-US"/>
              <a:t>contexts. (K7)</a:t>
            </a:r>
            <a:endParaRPr/>
          </a:p>
          <a:p>
            <a:pPr indent="0" lvl="0" marL="288290" marR="438150" rtl="0" algn="l">
              <a:lnSpc>
                <a:spcPct val="102600"/>
              </a:lnSpc>
              <a:spcBef>
                <a:spcPts val="300"/>
              </a:spcBef>
              <a:spcAft>
                <a:spcPts val="0"/>
              </a:spcAft>
              <a:buNone/>
            </a:pPr>
            <a:r>
              <a:rPr lang="en-US"/>
              <a:t>Apply ethical principles and commit to professional </a:t>
            </a:r>
            <a:r>
              <a:rPr b="1" lang="en-US">
                <a:latin typeface="Arial"/>
                <a:ea typeface="Arial"/>
                <a:cs typeface="Arial"/>
                <a:sym typeface="Arial"/>
              </a:rPr>
              <a:t>ethics </a:t>
            </a:r>
            <a:r>
              <a:rPr lang="en-US"/>
              <a:t>and  responsibilities and norms of engineering practice. (K7)</a:t>
            </a:r>
            <a:endParaRPr/>
          </a:p>
        </p:txBody>
      </p:sp>
      <p:pic>
        <p:nvPicPr>
          <p:cNvPr id="143" name="Google Shape;143;p6"/>
          <p:cNvPicPr preferRelativeResize="0"/>
          <p:nvPr/>
        </p:nvPicPr>
        <p:blipFill rotWithShape="1">
          <a:blip r:embed="rId3">
            <a:alphaModFix/>
          </a:blip>
          <a:srcRect b="0" l="0" r="0" t="0"/>
          <a:stretch/>
        </p:blipFill>
        <p:spPr>
          <a:xfrm>
            <a:off x="181495" y="1529089"/>
            <a:ext cx="114214" cy="114214"/>
          </a:xfrm>
          <a:prstGeom prst="rect">
            <a:avLst/>
          </a:prstGeom>
          <a:noFill/>
          <a:ln>
            <a:noFill/>
          </a:ln>
        </p:spPr>
      </p:pic>
      <p:sp>
        <p:nvSpPr>
          <p:cNvPr id="144" name="Google Shape;144;p6"/>
          <p:cNvSpPr txBox="1"/>
          <p:nvPr/>
        </p:nvSpPr>
        <p:spPr>
          <a:xfrm>
            <a:off x="213588" y="1517617"/>
            <a:ext cx="50165"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f</a:t>
            </a:r>
            <a:endParaRPr sz="600">
              <a:solidFill>
                <a:schemeClr val="dk1"/>
              </a:solidFill>
              <a:latin typeface="Helvetica Neue"/>
              <a:ea typeface="Helvetica Neue"/>
              <a:cs typeface="Helvetica Neue"/>
              <a:sym typeface="Helvetica Neue"/>
            </a:endParaRPr>
          </a:p>
        </p:txBody>
      </p:sp>
      <p:pic>
        <p:nvPicPr>
          <p:cNvPr id="145" name="Google Shape;145;p6"/>
          <p:cNvPicPr preferRelativeResize="0"/>
          <p:nvPr/>
        </p:nvPicPr>
        <p:blipFill rotWithShape="1">
          <a:blip r:embed="rId3">
            <a:alphaModFix/>
          </a:blip>
          <a:srcRect b="0" l="0" r="0" t="0"/>
          <a:stretch/>
        </p:blipFill>
        <p:spPr>
          <a:xfrm>
            <a:off x="181495" y="2255351"/>
            <a:ext cx="114214" cy="114214"/>
          </a:xfrm>
          <a:prstGeom prst="rect">
            <a:avLst/>
          </a:prstGeom>
          <a:noFill/>
          <a:ln>
            <a:noFill/>
          </a:ln>
        </p:spPr>
      </p:pic>
      <p:sp>
        <p:nvSpPr>
          <p:cNvPr id="146" name="Google Shape;146;p6"/>
          <p:cNvSpPr txBox="1"/>
          <p:nvPr/>
        </p:nvSpPr>
        <p:spPr>
          <a:xfrm>
            <a:off x="205740" y="2227001"/>
            <a:ext cx="6604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g</a:t>
            </a:r>
            <a:endParaRPr sz="600">
              <a:solidFill>
                <a:schemeClr val="dk1"/>
              </a:solidFill>
              <a:latin typeface="Helvetica Neue"/>
              <a:ea typeface="Helvetica Neue"/>
              <a:cs typeface="Helvetica Neue"/>
              <a:sym typeface="Helvetica Neue"/>
            </a:endParaRPr>
          </a:p>
        </p:txBody>
      </p:sp>
      <p:pic>
        <p:nvPicPr>
          <p:cNvPr id="147" name="Google Shape;147;p6"/>
          <p:cNvPicPr preferRelativeResize="0"/>
          <p:nvPr/>
        </p:nvPicPr>
        <p:blipFill rotWithShape="1">
          <a:blip r:embed="rId3">
            <a:alphaModFix/>
          </a:blip>
          <a:srcRect b="0" l="0" r="0" t="0"/>
          <a:stretch/>
        </p:blipFill>
        <p:spPr>
          <a:xfrm>
            <a:off x="181495" y="2809528"/>
            <a:ext cx="114214" cy="114214"/>
          </a:xfrm>
          <a:prstGeom prst="rect">
            <a:avLst/>
          </a:prstGeom>
          <a:noFill/>
          <a:ln>
            <a:noFill/>
          </a:ln>
        </p:spPr>
      </p:pic>
      <p:sp>
        <p:nvSpPr>
          <p:cNvPr id="148" name="Google Shape;148;p6"/>
          <p:cNvSpPr txBox="1"/>
          <p:nvPr/>
        </p:nvSpPr>
        <p:spPr>
          <a:xfrm>
            <a:off x="205079" y="2798056"/>
            <a:ext cx="6731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h</a:t>
            </a:r>
            <a:endParaRPr sz="600">
              <a:solidFill>
                <a:schemeClr val="dk1"/>
              </a:solidFill>
              <a:latin typeface="Helvetica Neue"/>
              <a:ea typeface="Helvetica Neue"/>
              <a:cs typeface="Helvetica Neue"/>
              <a:sym typeface="Helvetica Neue"/>
            </a:endParaRPr>
          </a:p>
        </p:txBody>
      </p:sp>
      <p:sp>
        <p:nvSpPr>
          <p:cNvPr id="149" name="Google Shape;149;p6"/>
          <p:cNvSpPr txBox="1"/>
          <p:nvPr/>
        </p:nvSpPr>
        <p:spPr>
          <a:xfrm>
            <a:off x="2983836" y="3334918"/>
            <a:ext cx="1071880" cy="102235"/>
          </a:xfrm>
          <a:prstGeom prst="rect">
            <a:avLst/>
          </a:prstGeom>
          <a:noFill/>
          <a:ln>
            <a:noFill/>
          </a:ln>
        </p:spPr>
        <p:txBody>
          <a:bodyPr anchorCtr="0" anchor="t" bIns="0" lIns="0" spcFirstLastPara="1" rIns="0" wrap="square" tIns="0">
            <a:spAutoFit/>
          </a:bodyPr>
          <a:lstStyle/>
          <a:p>
            <a:pPr indent="0" lvl="0" marL="12700" marR="0" rtl="0" algn="l">
              <a:lnSpc>
                <a:spcPct val="112500"/>
              </a:lnSpc>
              <a:spcBef>
                <a:spcPts val="0"/>
              </a:spcBef>
              <a:spcAft>
                <a:spcPts val="0"/>
              </a:spcAft>
              <a:buNone/>
            </a:pPr>
            <a:r>
              <a:rPr lang="en-US" sz="600">
                <a:solidFill>
                  <a:schemeClr val="dk1"/>
                </a:solidFill>
                <a:latin typeface="Helvetica Neue"/>
                <a:ea typeface="Helvetica Neue"/>
                <a:cs typeface="Helvetica Neue"/>
                <a:sym typeface="Helvetica Neue"/>
              </a:rPr>
              <a:t>Complex Engineering Problems</a:t>
            </a:r>
            <a:endParaRPr sz="600">
              <a:solidFill>
                <a:schemeClr val="dk1"/>
              </a:solidFill>
              <a:latin typeface="Helvetica Neue"/>
              <a:ea typeface="Helvetica Neue"/>
              <a:cs typeface="Helvetica Neue"/>
              <a:sym typeface="Helvetica Neue"/>
            </a:endParaRPr>
          </a:p>
        </p:txBody>
      </p:sp>
      <p:sp>
        <p:nvSpPr>
          <p:cNvPr id="150" name="Google Shape;150;p6"/>
          <p:cNvSpPr txBox="1"/>
          <p:nvPr/>
        </p:nvSpPr>
        <p:spPr>
          <a:xfrm>
            <a:off x="4389990" y="3334918"/>
            <a:ext cx="116839"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BAETE Program Outcomes</a:t>
            </a:r>
            <a:endParaRPr sz="1400">
              <a:solidFill>
                <a:schemeClr val="accent1"/>
              </a:solidFill>
              <a:latin typeface="Trebuchet MS"/>
              <a:ea typeface="Trebuchet MS"/>
              <a:cs typeface="Trebuchet MS"/>
              <a:sym typeface="Trebuchet MS"/>
            </a:endParaRPr>
          </a:p>
        </p:txBody>
      </p:sp>
      <p:pic>
        <p:nvPicPr>
          <p:cNvPr id="156" name="Google Shape;156;p7"/>
          <p:cNvPicPr preferRelativeResize="0"/>
          <p:nvPr/>
        </p:nvPicPr>
        <p:blipFill rotWithShape="1">
          <a:blip r:embed="rId3">
            <a:alphaModFix/>
          </a:blip>
          <a:srcRect b="0" l="0" r="0" t="0"/>
          <a:stretch/>
        </p:blipFill>
        <p:spPr>
          <a:xfrm>
            <a:off x="181495" y="805913"/>
            <a:ext cx="114214" cy="114214"/>
          </a:xfrm>
          <a:prstGeom prst="rect">
            <a:avLst/>
          </a:prstGeom>
          <a:noFill/>
          <a:ln>
            <a:noFill/>
          </a:ln>
        </p:spPr>
      </p:pic>
      <p:sp>
        <p:nvSpPr>
          <p:cNvPr id="157" name="Google Shape;157;p7"/>
          <p:cNvSpPr txBox="1"/>
          <p:nvPr/>
        </p:nvSpPr>
        <p:spPr>
          <a:xfrm>
            <a:off x="216281" y="794085"/>
            <a:ext cx="45085"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i</a:t>
            </a:r>
            <a:endParaRPr sz="600">
              <a:solidFill>
                <a:schemeClr val="dk1"/>
              </a:solidFill>
              <a:latin typeface="Helvetica Neue"/>
              <a:ea typeface="Helvetica Neue"/>
              <a:cs typeface="Helvetica Neue"/>
              <a:sym typeface="Helvetica Neue"/>
            </a:endParaRPr>
          </a:p>
        </p:txBody>
      </p:sp>
      <p:sp>
        <p:nvSpPr>
          <p:cNvPr id="158" name="Google Shape;158;p7"/>
          <p:cNvSpPr txBox="1"/>
          <p:nvPr/>
        </p:nvSpPr>
        <p:spPr>
          <a:xfrm>
            <a:off x="402932" y="751800"/>
            <a:ext cx="4064635" cy="2370455"/>
          </a:xfrm>
          <a:prstGeom prst="rect">
            <a:avLst/>
          </a:prstGeom>
          <a:noFill/>
          <a:ln>
            <a:noFill/>
          </a:ln>
        </p:spPr>
        <p:txBody>
          <a:bodyPr anchorCtr="0" anchor="t" bIns="0" lIns="0" spcFirstLastPara="1" rIns="0" wrap="square" tIns="6975">
            <a:spAutoFit/>
          </a:bodyPr>
          <a:lstStyle/>
          <a:p>
            <a:pPr indent="0" lvl="0" marL="12700" marR="148590" rtl="0" algn="l">
              <a:lnSpc>
                <a:spcPct val="102600"/>
              </a:lnSpc>
              <a:spcBef>
                <a:spcPts val="0"/>
              </a:spcBef>
              <a:spcAft>
                <a:spcPts val="0"/>
              </a:spcAft>
              <a:buNone/>
            </a:pPr>
            <a:r>
              <a:rPr lang="en-US" sz="1100">
                <a:solidFill>
                  <a:schemeClr val="dk1"/>
                </a:solidFill>
                <a:latin typeface="Tahoma"/>
                <a:ea typeface="Tahoma"/>
                <a:cs typeface="Tahoma"/>
                <a:sym typeface="Tahoma"/>
              </a:rPr>
              <a:t>Function effectively as an </a:t>
            </a:r>
            <a:r>
              <a:rPr b="1" lang="en-US" sz="1100">
                <a:solidFill>
                  <a:schemeClr val="dk1"/>
                </a:solidFill>
                <a:latin typeface="Arial"/>
                <a:ea typeface="Arial"/>
                <a:cs typeface="Arial"/>
                <a:sym typeface="Arial"/>
              </a:rPr>
              <a:t>individual</a:t>
            </a:r>
            <a:r>
              <a:rPr lang="en-US" sz="1100">
                <a:solidFill>
                  <a:schemeClr val="dk1"/>
                </a:solidFill>
                <a:latin typeface="Tahoma"/>
                <a:ea typeface="Tahoma"/>
                <a:cs typeface="Tahoma"/>
                <a:sym typeface="Tahoma"/>
              </a:rPr>
              <a:t>, and as a member or leader in  diverse </a:t>
            </a:r>
            <a:r>
              <a:rPr b="1" lang="en-US" sz="1100">
                <a:solidFill>
                  <a:schemeClr val="dk1"/>
                </a:solidFill>
                <a:latin typeface="Arial"/>
                <a:ea typeface="Arial"/>
                <a:cs typeface="Arial"/>
                <a:sym typeface="Arial"/>
              </a:rPr>
              <a:t>teams </a:t>
            </a:r>
            <a:r>
              <a:rPr lang="en-US" sz="1100">
                <a:solidFill>
                  <a:schemeClr val="dk1"/>
                </a:solidFill>
                <a:latin typeface="Tahoma"/>
                <a:ea typeface="Tahoma"/>
                <a:cs typeface="Tahoma"/>
                <a:sym typeface="Tahoma"/>
              </a:rPr>
              <a:t>and in multi-disciplinary settings.</a:t>
            </a:r>
            <a:endParaRPr sz="1100">
              <a:solidFill>
                <a:schemeClr val="dk1"/>
              </a:solidFill>
              <a:latin typeface="Tahoma"/>
              <a:ea typeface="Tahoma"/>
              <a:cs typeface="Tahoma"/>
              <a:sym typeface="Tahoma"/>
            </a:endParaRPr>
          </a:p>
          <a:p>
            <a:pPr indent="0" lvl="0" marL="12700" marR="19685" rtl="0" algn="l">
              <a:lnSpc>
                <a:spcPct val="102600"/>
              </a:lnSpc>
              <a:spcBef>
                <a:spcPts val="300"/>
              </a:spcBef>
              <a:spcAft>
                <a:spcPts val="0"/>
              </a:spcAft>
              <a:buNone/>
            </a:pPr>
            <a:r>
              <a:rPr b="1" lang="en-US" sz="1100">
                <a:solidFill>
                  <a:schemeClr val="dk1"/>
                </a:solidFill>
                <a:latin typeface="Arial"/>
                <a:ea typeface="Arial"/>
                <a:cs typeface="Arial"/>
                <a:sym typeface="Arial"/>
              </a:rPr>
              <a:t>Communicate </a:t>
            </a:r>
            <a:r>
              <a:rPr lang="en-US" sz="1100">
                <a:solidFill>
                  <a:schemeClr val="dk1"/>
                </a:solidFill>
                <a:latin typeface="Tahoma"/>
                <a:ea typeface="Tahoma"/>
                <a:cs typeface="Tahoma"/>
                <a:sym typeface="Tahoma"/>
              </a:rPr>
              <a:t>effectively on </a:t>
            </a:r>
            <a:r>
              <a:rPr lang="en-US" sz="1100">
                <a:solidFill>
                  <a:srgbClr val="BC1919"/>
                </a:solidFill>
                <a:latin typeface="Tahoma"/>
                <a:ea typeface="Tahoma"/>
                <a:cs typeface="Tahoma"/>
                <a:sym typeface="Tahoma"/>
              </a:rPr>
              <a:t>complex engineering activities </a:t>
            </a:r>
            <a:r>
              <a:rPr lang="en-US" sz="1100">
                <a:solidFill>
                  <a:schemeClr val="dk1"/>
                </a:solidFill>
                <a:latin typeface="Tahoma"/>
                <a:ea typeface="Tahoma"/>
                <a:cs typeface="Tahoma"/>
                <a:sym typeface="Tahoma"/>
              </a:rPr>
              <a:t>with the  engineering community and with society at large, such as being able  to comprehend and write effective reports and design documentation,  make effective presentations, and give and receive clear instructions.</a:t>
            </a:r>
            <a:endParaRPr sz="1100">
              <a:solidFill>
                <a:schemeClr val="dk1"/>
              </a:solidFill>
              <a:latin typeface="Tahoma"/>
              <a:ea typeface="Tahoma"/>
              <a:cs typeface="Tahoma"/>
              <a:sym typeface="Tahoma"/>
            </a:endParaRPr>
          </a:p>
          <a:p>
            <a:pPr indent="0" lvl="0" marL="12700" marR="309880" rtl="0" algn="l">
              <a:lnSpc>
                <a:spcPct val="102600"/>
              </a:lnSpc>
              <a:spcBef>
                <a:spcPts val="300"/>
              </a:spcBef>
              <a:spcAft>
                <a:spcPts val="0"/>
              </a:spcAft>
              <a:buNone/>
            </a:pPr>
            <a:r>
              <a:rPr lang="en-US" sz="1100">
                <a:solidFill>
                  <a:schemeClr val="dk1"/>
                </a:solidFill>
                <a:latin typeface="Tahoma"/>
                <a:ea typeface="Tahoma"/>
                <a:cs typeface="Tahoma"/>
                <a:sym typeface="Tahoma"/>
              </a:rPr>
              <a:t>Demonstrate knowledge and understanding of engineering  management principles and economic decision-making and apply  these to one’s own work, as a member and leader in a team, to  </a:t>
            </a:r>
            <a:r>
              <a:rPr b="1" lang="en-US" sz="1100">
                <a:solidFill>
                  <a:schemeClr val="dk1"/>
                </a:solidFill>
                <a:latin typeface="Arial"/>
                <a:ea typeface="Arial"/>
                <a:cs typeface="Arial"/>
                <a:sym typeface="Arial"/>
              </a:rPr>
              <a:t>manage projects </a:t>
            </a:r>
            <a:r>
              <a:rPr lang="en-US" sz="1100">
                <a:solidFill>
                  <a:schemeClr val="dk1"/>
                </a:solidFill>
                <a:latin typeface="Tahoma"/>
                <a:ea typeface="Tahoma"/>
                <a:cs typeface="Tahoma"/>
                <a:sym typeface="Tahoma"/>
              </a:rPr>
              <a:t>and in multidisciplinary environments.</a:t>
            </a:r>
            <a:endParaRPr sz="1100">
              <a:solidFill>
                <a:schemeClr val="dk1"/>
              </a:solidFill>
              <a:latin typeface="Tahoma"/>
              <a:ea typeface="Tahoma"/>
              <a:cs typeface="Tahoma"/>
              <a:sym typeface="Tahoma"/>
            </a:endParaRPr>
          </a:p>
          <a:p>
            <a:pPr indent="0" lvl="0" marL="12700" marR="5080" rtl="0" algn="l">
              <a:lnSpc>
                <a:spcPct val="102600"/>
              </a:lnSpc>
              <a:spcBef>
                <a:spcPts val="300"/>
              </a:spcBef>
              <a:spcAft>
                <a:spcPts val="0"/>
              </a:spcAft>
              <a:buNone/>
            </a:pPr>
            <a:r>
              <a:rPr lang="en-US" sz="1100">
                <a:solidFill>
                  <a:schemeClr val="dk1"/>
                </a:solidFill>
                <a:latin typeface="Tahoma"/>
                <a:ea typeface="Tahoma"/>
                <a:cs typeface="Tahoma"/>
                <a:sym typeface="Tahoma"/>
              </a:rPr>
              <a:t>Recognize the need for, and have the preparation and ability to  engage in independent and </a:t>
            </a:r>
            <a:r>
              <a:rPr b="1" lang="en-US" sz="1100">
                <a:solidFill>
                  <a:schemeClr val="dk1"/>
                </a:solidFill>
                <a:latin typeface="Arial"/>
                <a:ea typeface="Arial"/>
                <a:cs typeface="Arial"/>
                <a:sym typeface="Arial"/>
              </a:rPr>
              <a:t>life-long learning </a:t>
            </a:r>
            <a:r>
              <a:rPr lang="en-US" sz="1100">
                <a:solidFill>
                  <a:schemeClr val="dk1"/>
                </a:solidFill>
                <a:latin typeface="Tahoma"/>
                <a:ea typeface="Tahoma"/>
                <a:cs typeface="Tahoma"/>
                <a:sym typeface="Tahoma"/>
              </a:rPr>
              <a:t>in the broadest context  of technological change.</a:t>
            </a:r>
            <a:endParaRPr sz="1100">
              <a:solidFill>
                <a:schemeClr val="dk1"/>
              </a:solidFill>
              <a:latin typeface="Tahoma"/>
              <a:ea typeface="Tahoma"/>
              <a:cs typeface="Tahoma"/>
              <a:sym typeface="Tahoma"/>
            </a:endParaRPr>
          </a:p>
        </p:txBody>
      </p:sp>
      <p:pic>
        <p:nvPicPr>
          <p:cNvPr id="159" name="Google Shape;159;p7"/>
          <p:cNvPicPr preferRelativeResize="0"/>
          <p:nvPr/>
        </p:nvPicPr>
        <p:blipFill rotWithShape="1">
          <a:blip r:embed="rId3">
            <a:alphaModFix/>
          </a:blip>
          <a:srcRect b="0" l="0" r="0" t="0"/>
          <a:stretch/>
        </p:blipFill>
        <p:spPr>
          <a:xfrm>
            <a:off x="181495" y="1188018"/>
            <a:ext cx="114214" cy="114214"/>
          </a:xfrm>
          <a:prstGeom prst="rect">
            <a:avLst/>
          </a:prstGeom>
          <a:noFill/>
          <a:ln>
            <a:noFill/>
          </a:ln>
        </p:spPr>
      </p:pic>
      <p:sp>
        <p:nvSpPr>
          <p:cNvPr id="160" name="Google Shape;160;p7"/>
          <p:cNvSpPr txBox="1"/>
          <p:nvPr/>
        </p:nvSpPr>
        <p:spPr>
          <a:xfrm>
            <a:off x="215163" y="1168811"/>
            <a:ext cx="4699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j</a:t>
            </a:r>
            <a:endParaRPr sz="600">
              <a:solidFill>
                <a:schemeClr val="dk1"/>
              </a:solidFill>
              <a:latin typeface="Helvetica Neue"/>
              <a:ea typeface="Helvetica Neue"/>
              <a:cs typeface="Helvetica Neue"/>
              <a:sym typeface="Helvetica Neue"/>
            </a:endParaRPr>
          </a:p>
        </p:txBody>
      </p:sp>
      <p:pic>
        <p:nvPicPr>
          <p:cNvPr id="161" name="Google Shape;161;p7"/>
          <p:cNvPicPr preferRelativeResize="0"/>
          <p:nvPr/>
        </p:nvPicPr>
        <p:blipFill rotWithShape="1">
          <a:blip r:embed="rId3">
            <a:alphaModFix/>
          </a:blip>
          <a:srcRect b="0" l="0" r="0" t="0"/>
          <a:stretch/>
        </p:blipFill>
        <p:spPr>
          <a:xfrm>
            <a:off x="181495" y="1914280"/>
            <a:ext cx="114214" cy="114214"/>
          </a:xfrm>
          <a:prstGeom prst="rect">
            <a:avLst/>
          </a:prstGeom>
          <a:noFill/>
          <a:ln>
            <a:noFill/>
          </a:ln>
        </p:spPr>
      </p:pic>
      <p:sp>
        <p:nvSpPr>
          <p:cNvPr id="162" name="Google Shape;162;p7"/>
          <p:cNvSpPr txBox="1"/>
          <p:nvPr/>
        </p:nvSpPr>
        <p:spPr>
          <a:xfrm>
            <a:off x="206197" y="1902795"/>
            <a:ext cx="65405"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k</a:t>
            </a:r>
            <a:endParaRPr sz="600">
              <a:solidFill>
                <a:schemeClr val="dk1"/>
              </a:solidFill>
              <a:latin typeface="Helvetica Neue"/>
              <a:ea typeface="Helvetica Neue"/>
              <a:cs typeface="Helvetica Neue"/>
              <a:sym typeface="Helvetica Neue"/>
            </a:endParaRPr>
          </a:p>
        </p:txBody>
      </p:sp>
      <p:pic>
        <p:nvPicPr>
          <p:cNvPr id="163" name="Google Shape;163;p7"/>
          <p:cNvPicPr preferRelativeResize="0"/>
          <p:nvPr/>
        </p:nvPicPr>
        <p:blipFill rotWithShape="1">
          <a:blip r:embed="rId3">
            <a:alphaModFix/>
          </a:blip>
          <a:srcRect b="0" l="0" r="0" t="0"/>
          <a:stretch/>
        </p:blipFill>
        <p:spPr>
          <a:xfrm>
            <a:off x="181495" y="2640542"/>
            <a:ext cx="114214" cy="114214"/>
          </a:xfrm>
          <a:prstGeom prst="rect">
            <a:avLst/>
          </a:prstGeom>
          <a:noFill/>
          <a:ln>
            <a:noFill/>
          </a:ln>
        </p:spPr>
      </p:pic>
      <p:sp>
        <p:nvSpPr>
          <p:cNvPr id="164" name="Google Shape;164;p7"/>
          <p:cNvSpPr txBox="1"/>
          <p:nvPr/>
        </p:nvSpPr>
        <p:spPr>
          <a:xfrm>
            <a:off x="216281" y="2629057"/>
            <a:ext cx="45085"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l</a:t>
            </a:r>
            <a:endParaRPr sz="600">
              <a:solidFill>
                <a:schemeClr val="dk1"/>
              </a:solidFill>
              <a:latin typeface="Helvetica Neue"/>
              <a:ea typeface="Helvetica Neue"/>
              <a:cs typeface="Helvetica Neue"/>
              <a:sym typeface="Helvetica Neue"/>
            </a:endParaRPr>
          </a:p>
        </p:txBody>
      </p:sp>
      <p:sp>
        <p:nvSpPr>
          <p:cNvPr id="165" name="Google Shape;165;p7"/>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166" name="Google Shape;166;p7"/>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8"/>
          <p:cNvSpPr txBox="1"/>
          <p:nvPr>
            <p:ph type="title"/>
          </p:nvPr>
        </p:nvSpPr>
        <p:spPr>
          <a:xfrm>
            <a:off x="1451798" y="225402"/>
            <a:ext cx="1706697" cy="285773"/>
          </a:xfrm>
          <a:prstGeom prst="rect">
            <a:avLst/>
          </a:prstGeom>
          <a:noFill/>
          <a:ln>
            <a:noFill/>
          </a:ln>
        </p:spPr>
        <p:txBody>
          <a:bodyPr anchorCtr="0" anchor="t" bIns="0" lIns="0" spcFirstLastPara="1" rIns="0" wrap="square" tIns="6400">
            <a:spAutoFit/>
          </a:bodyPr>
          <a:lstStyle/>
          <a:p>
            <a:pPr indent="0" lvl="0" marL="6403" rtl="0" algn="l">
              <a:spcBef>
                <a:spcPts val="0"/>
              </a:spcBef>
              <a:spcAft>
                <a:spcPts val="0"/>
              </a:spcAft>
              <a:buNone/>
            </a:pPr>
            <a:r>
              <a:rPr b="1" lang="en-US" sz="1815">
                <a:solidFill>
                  <a:schemeClr val="accent1"/>
                </a:solidFill>
                <a:latin typeface="Calibri"/>
                <a:ea typeface="Calibri"/>
                <a:cs typeface="Calibri"/>
                <a:sym typeface="Calibri"/>
              </a:rPr>
              <a:t>Complex Problem</a:t>
            </a:r>
            <a:endParaRPr sz="1815">
              <a:solidFill>
                <a:schemeClr val="accent1"/>
              </a:solidFill>
              <a:latin typeface="Calibri"/>
              <a:ea typeface="Calibri"/>
              <a:cs typeface="Calibri"/>
              <a:sym typeface="Calibri"/>
            </a:endParaRPr>
          </a:p>
        </p:txBody>
      </p:sp>
      <p:sp>
        <p:nvSpPr>
          <p:cNvPr id="172" name="Google Shape;172;p8"/>
          <p:cNvSpPr txBox="1"/>
          <p:nvPr/>
        </p:nvSpPr>
        <p:spPr>
          <a:xfrm>
            <a:off x="478887" y="636386"/>
            <a:ext cx="3806534" cy="2592943"/>
          </a:xfrm>
          <a:prstGeom prst="rect">
            <a:avLst/>
          </a:prstGeom>
          <a:noFill/>
          <a:ln>
            <a:noFill/>
          </a:ln>
        </p:spPr>
        <p:txBody>
          <a:bodyPr anchorCtr="0" anchor="t" bIns="0" lIns="0" spcFirstLastPara="1" rIns="0" wrap="square" tIns="6400">
            <a:spAutoFit/>
          </a:bodyPr>
          <a:lstStyle/>
          <a:p>
            <a:pPr indent="0" lvl="0" marL="6403" marR="2561" rtl="0" algn="ctr">
              <a:spcBef>
                <a:spcPts val="0"/>
              </a:spcBef>
              <a:spcAft>
                <a:spcPts val="0"/>
              </a:spcAft>
              <a:buNone/>
            </a:pPr>
            <a:r>
              <a:rPr lang="en-US" sz="1815">
                <a:solidFill>
                  <a:schemeClr val="dk1"/>
                </a:solidFill>
                <a:latin typeface="Calibri"/>
                <a:ea typeface="Calibri"/>
                <a:cs typeface="Calibri"/>
                <a:sym typeface="Calibri"/>
              </a:rPr>
              <a:t>Need to think broadly and systematically  and </a:t>
            </a:r>
            <a:r>
              <a:rPr b="1" lang="en-US" sz="1815">
                <a:solidFill>
                  <a:srgbClr val="FF0000"/>
                </a:solidFill>
                <a:latin typeface="Calibri"/>
                <a:ea typeface="Calibri"/>
                <a:cs typeface="Calibri"/>
                <a:sym typeface="Calibri"/>
              </a:rPr>
              <a:t>see the big picture</a:t>
            </a:r>
            <a:endParaRPr sz="1815">
              <a:solidFill>
                <a:schemeClr val="dk1"/>
              </a:solidFill>
              <a:latin typeface="Calibri"/>
              <a:ea typeface="Calibri"/>
              <a:cs typeface="Calibri"/>
              <a:sym typeface="Calibri"/>
            </a:endParaRPr>
          </a:p>
          <a:p>
            <a:pPr indent="0" lvl="0" marL="0" marR="28814" rtl="0" algn="ctr">
              <a:spcBef>
                <a:spcPts val="731"/>
              </a:spcBef>
              <a:spcAft>
                <a:spcPts val="0"/>
              </a:spcAft>
              <a:buNone/>
            </a:pPr>
            <a:r>
              <a:rPr b="1" lang="en-US" sz="1612">
                <a:solidFill>
                  <a:srgbClr val="008000"/>
                </a:solidFill>
                <a:latin typeface="Calibri"/>
                <a:ea typeface="Calibri"/>
                <a:cs typeface="Calibri"/>
                <a:sym typeface="Calibri"/>
              </a:rPr>
              <a:t>Complex	</a:t>
            </a:r>
            <a:r>
              <a:rPr b="1" lang="en-US" sz="1612">
                <a:solidFill>
                  <a:srgbClr val="0000FF"/>
                </a:solidFill>
                <a:latin typeface="Calibri"/>
                <a:ea typeface="Calibri"/>
                <a:cs typeface="Calibri"/>
                <a:sym typeface="Calibri"/>
              </a:rPr>
              <a:t>Problem</a:t>
            </a:r>
            <a:endParaRPr sz="1612">
              <a:solidFill>
                <a:schemeClr val="dk1"/>
              </a:solidFill>
              <a:latin typeface="Calibri"/>
              <a:ea typeface="Calibri"/>
              <a:cs typeface="Calibri"/>
              <a:sym typeface="Calibri"/>
            </a:endParaRPr>
          </a:p>
          <a:p>
            <a:pPr indent="0" lvl="0" marL="0" marR="28814" rtl="0" algn="ctr">
              <a:spcBef>
                <a:spcPts val="731"/>
              </a:spcBef>
              <a:spcAft>
                <a:spcPts val="0"/>
              </a:spcAft>
              <a:buNone/>
            </a:pPr>
            <a:r>
              <a:rPr b="1" lang="en-US" sz="1612">
                <a:solidFill>
                  <a:srgbClr val="008000"/>
                </a:solidFill>
                <a:latin typeface="Calibri"/>
                <a:ea typeface="Calibri"/>
                <a:cs typeface="Calibri"/>
                <a:sym typeface="Calibri"/>
              </a:rPr>
              <a:t>Difficult </a:t>
            </a:r>
            <a:r>
              <a:rPr b="1" lang="en-US" sz="1612">
                <a:solidFill>
                  <a:srgbClr val="0000FF"/>
                </a:solidFill>
                <a:latin typeface="Calibri"/>
                <a:ea typeface="Calibri"/>
                <a:cs typeface="Calibri"/>
                <a:sym typeface="Calibri"/>
              </a:rPr>
              <a:t>Decision  </a:t>
            </a:r>
            <a:endParaRPr b="1" sz="1612">
              <a:solidFill>
                <a:srgbClr val="0000FF"/>
              </a:solidFill>
              <a:latin typeface="Calibri"/>
              <a:ea typeface="Calibri"/>
              <a:cs typeface="Calibri"/>
              <a:sym typeface="Calibri"/>
            </a:endParaRPr>
          </a:p>
          <a:p>
            <a:pPr indent="0" lvl="0" marL="0" marR="28814" rtl="0" algn="ctr">
              <a:spcBef>
                <a:spcPts val="731"/>
              </a:spcBef>
              <a:spcAft>
                <a:spcPts val="0"/>
              </a:spcAft>
              <a:buNone/>
            </a:pPr>
            <a:r>
              <a:rPr b="1" lang="en-US" sz="1612">
                <a:solidFill>
                  <a:srgbClr val="008000"/>
                </a:solidFill>
                <a:latin typeface="Calibri"/>
                <a:ea typeface="Calibri"/>
                <a:cs typeface="Calibri"/>
                <a:sym typeface="Calibri"/>
              </a:rPr>
              <a:t>Uncertain </a:t>
            </a:r>
            <a:r>
              <a:rPr b="1" lang="en-US" sz="1612">
                <a:solidFill>
                  <a:srgbClr val="0000FF"/>
                </a:solidFill>
                <a:latin typeface="Calibri"/>
                <a:ea typeface="Calibri"/>
                <a:cs typeface="Calibri"/>
                <a:sym typeface="Calibri"/>
              </a:rPr>
              <a:t>Strategy  </a:t>
            </a:r>
            <a:endParaRPr b="1" sz="1612">
              <a:solidFill>
                <a:srgbClr val="0000FF"/>
              </a:solidFill>
              <a:latin typeface="Calibri"/>
              <a:ea typeface="Calibri"/>
              <a:cs typeface="Calibri"/>
              <a:sym typeface="Calibri"/>
            </a:endParaRPr>
          </a:p>
          <a:p>
            <a:pPr indent="0" lvl="0" marL="0" marR="28814" rtl="0" algn="ctr">
              <a:spcBef>
                <a:spcPts val="731"/>
              </a:spcBef>
              <a:spcAft>
                <a:spcPts val="0"/>
              </a:spcAft>
              <a:buNone/>
            </a:pPr>
            <a:r>
              <a:rPr b="1" lang="en-US" sz="1612">
                <a:solidFill>
                  <a:srgbClr val="008000"/>
                </a:solidFill>
                <a:latin typeface="Calibri"/>
                <a:ea typeface="Calibri"/>
                <a:cs typeface="Calibri"/>
                <a:sym typeface="Calibri"/>
              </a:rPr>
              <a:t>Confusing </a:t>
            </a:r>
            <a:r>
              <a:rPr b="1" lang="en-US" sz="1612">
                <a:solidFill>
                  <a:srgbClr val="0000FF"/>
                </a:solidFill>
                <a:latin typeface="Calibri"/>
                <a:ea typeface="Calibri"/>
                <a:cs typeface="Calibri"/>
                <a:sym typeface="Calibri"/>
              </a:rPr>
              <a:t>Idea</a:t>
            </a:r>
            <a:endParaRPr sz="1612">
              <a:solidFill>
                <a:schemeClr val="dk1"/>
              </a:solidFill>
              <a:latin typeface="Calibri"/>
              <a:ea typeface="Calibri"/>
              <a:cs typeface="Calibri"/>
              <a:sym typeface="Calibri"/>
            </a:endParaRPr>
          </a:p>
          <a:p>
            <a:pPr indent="0" lvl="0" marL="0" marR="28814" rtl="0" algn="ctr">
              <a:spcBef>
                <a:spcPts val="731"/>
              </a:spcBef>
              <a:spcAft>
                <a:spcPts val="0"/>
              </a:spcAft>
              <a:buNone/>
            </a:pPr>
            <a:r>
              <a:rPr b="1" lang="en-US" sz="1612">
                <a:solidFill>
                  <a:srgbClr val="008000"/>
                </a:solidFill>
                <a:latin typeface="Calibri"/>
                <a:ea typeface="Calibri"/>
                <a:cs typeface="Calibri"/>
                <a:sym typeface="Calibri"/>
              </a:rPr>
              <a:t>Contentious </a:t>
            </a:r>
            <a:r>
              <a:rPr b="1" lang="en-US" sz="1612">
                <a:solidFill>
                  <a:srgbClr val="0000FF"/>
                </a:solidFill>
                <a:latin typeface="Calibri"/>
                <a:ea typeface="Calibri"/>
                <a:cs typeface="Calibri"/>
                <a:sym typeface="Calibri"/>
              </a:rPr>
              <a:t>Product  </a:t>
            </a:r>
            <a:endParaRPr b="1" sz="1612">
              <a:solidFill>
                <a:srgbClr val="0000FF"/>
              </a:solidFill>
              <a:latin typeface="Calibri"/>
              <a:ea typeface="Calibri"/>
              <a:cs typeface="Calibri"/>
              <a:sym typeface="Calibri"/>
            </a:endParaRPr>
          </a:p>
          <a:p>
            <a:pPr indent="0" lvl="0" marL="0" marR="28814" rtl="0" algn="ctr">
              <a:spcBef>
                <a:spcPts val="731"/>
              </a:spcBef>
              <a:spcAft>
                <a:spcPts val="0"/>
              </a:spcAft>
              <a:buNone/>
            </a:pPr>
            <a:r>
              <a:rPr b="1" lang="en-US" sz="1612">
                <a:solidFill>
                  <a:srgbClr val="008000"/>
                </a:solidFill>
                <a:latin typeface="Calibri"/>
                <a:ea typeface="Calibri"/>
                <a:cs typeface="Calibri"/>
                <a:sym typeface="Calibri"/>
              </a:rPr>
              <a:t>Intractable </a:t>
            </a:r>
            <a:r>
              <a:rPr b="1" lang="en-US" sz="1612">
                <a:solidFill>
                  <a:srgbClr val="0000FF"/>
                </a:solidFill>
                <a:latin typeface="Calibri"/>
                <a:ea typeface="Calibri"/>
                <a:cs typeface="Calibri"/>
                <a:sym typeface="Calibri"/>
              </a:rPr>
              <a:t>Change</a:t>
            </a:r>
            <a:endParaRPr sz="1612">
              <a:solidFill>
                <a:schemeClr val="dk1"/>
              </a:solidFill>
              <a:latin typeface="Calibri"/>
              <a:ea typeface="Calibri"/>
              <a:cs typeface="Calibri"/>
              <a:sym typeface="Calibri"/>
            </a:endParaRPr>
          </a:p>
        </p:txBody>
      </p:sp>
      <p:grpSp>
        <p:nvGrpSpPr>
          <p:cNvPr id="173" name="Google Shape;173;p8"/>
          <p:cNvGrpSpPr/>
          <p:nvPr/>
        </p:nvGrpSpPr>
        <p:grpSpPr>
          <a:xfrm>
            <a:off x="2181309" y="471721"/>
            <a:ext cx="271287" cy="214507"/>
            <a:chOff x="4326564" y="676564"/>
            <a:chExt cx="538089" cy="425470"/>
          </a:xfrm>
        </p:grpSpPr>
        <p:pic>
          <p:nvPicPr>
            <p:cNvPr id="174" name="Google Shape;174;p8"/>
            <p:cNvPicPr preferRelativeResize="0"/>
            <p:nvPr/>
          </p:nvPicPr>
          <p:blipFill rotWithShape="1">
            <a:blip r:embed="rId3">
              <a:alphaModFix/>
            </a:blip>
            <a:srcRect b="0" l="0" r="0" t="0"/>
            <a:stretch/>
          </p:blipFill>
          <p:spPr>
            <a:xfrm>
              <a:off x="4326564" y="676564"/>
              <a:ext cx="538089" cy="425470"/>
            </a:xfrm>
            <a:prstGeom prst="rect">
              <a:avLst/>
            </a:prstGeom>
            <a:noFill/>
            <a:ln>
              <a:noFill/>
            </a:ln>
          </p:spPr>
        </p:pic>
        <p:sp>
          <p:nvSpPr>
            <p:cNvPr id="175" name="Google Shape;175;p8"/>
            <p:cNvSpPr/>
            <p:nvPr/>
          </p:nvSpPr>
          <p:spPr>
            <a:xfrm>
              <a:off x="4355592" y="691896"/>
              <a:ext cx="485140" cy="361315"/>
            </a:xfrm>
            <a:custGeom>
              <a:rect b="b" l="l" r="r" t="t"/>
              <a:pathLst>
                <a:path extrusionOk="0" h="361315" w="485139">
                  <a:moveTo>
                    <a:pt x="363474" y="0"/>
                  </a:moveTo>
                  <a:lnTo>
                    <a:pt x="121158" y="0"/>
                  </a:lnTo>
                  <a:lnTo>
                    <a:pt x="121158" y="180593"/>
                  </a:lnTo>
                  <a:lnTo>
                    <a:pt x="0" y="180593"/>
                  </a:lnTo>
                  <a:lnTo>
                    <a:pt x="242316" y="361188"/>
                  </a:lnTo>
                  <a:lnTo>
                    <a:pt x="484632" y="180593"/>
                  </a:lnTo>
                  <a:lnTo>
                    <a:pt x="363474" y="180593"/>
                  </a:lnTo>
                  <a:lnTo>
                    <a:pt x="363474"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176" name="Google Shape;176;p8"/>
            <p:cNvSpPr/>
            <p:nvPr/>
          </p:nvSpPr>
          <p:spPr>
            <a:xfrm>
              <a:off x="4355592" y="691896"/>
              <a:ext cx="485140" cy="361315"/>
            </a:xfrm>
            <a:custGeom>
              <a:rect b="b" l="l" r="r" t="t"/>
              <a:pathLst>
                <a:path extrusionOk="0" h="361315" w="485139">
                  <a:moveTo>
                    <a:pt x="0" y="180593"/>
                  </a:moveTo>
                  <a:lnTo>
                    <a:pt x="121158" y="180593"/>
                  </a:lnTo>
                  <a:lnTo>
                    <a:pt x="121158" y="0"/>
                  </a:lnTo>
                  <a:lnTo>
                    <a:pt x="363474" y="0"/>
                  </a:lnTo>
                  <a:lnTo>
                    <a:pt x="363474" y="180593"/>
                  </a:lnTo>
                  <a:lnTo>
                    <a:pt x="484632" y="180593"/>
                  </a:lnTo>
                  <a:lnTo>
                    <a:pt x="242316" y="361188"/>
                  </a:lnTo>
                  <a:lnTo>
                    <a:pt x="0" y="180593"/>
                  </a:lnTo>
                  <a:close/>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177" name="Google Shape;177;p8"/>
          <p:cNvSpPr txBox="1"/>
          <p:nvPr>
            <p:ph idx="12" type="sldNum"/>
          </p:nvPr>
        </p:nvSpPr>
        <p:spPr>
          <a:xfrm flipH="1">
            <a:off x="4438650" y="3330575"/>
            <a:ext cx="108722" cy="76944"/>
          </a:xfrm>
          <a:prstGeom prst="rect">
            <a:avLst/>
          </a:prstGeom>
          <a:noFill/>
          <a:ln>
            <a:noFill/>
          </a:ln>
        </p:spPr>
        <p:txBody>
          <a:bodyPr anchorCtr="0" anchor="t" bIns="0" lIns="0" spcFirstLastPara="1" rIns="0" wrap="square" tIns="0">
            <a:spAutoFit/>
          </a:bodyPr>
          <a:lstStyle/>
          <a:p>
            <a:pPr indent="0" lvl="0" marL="19210" rtl="0" algn="l">
              <a:lnSpc>
                <a:spcPct val="104166"/>
              </a:lnSpc>
              <a:spcBef>
                <a:spcPts val="0"/>
              </a:spcBef>
              <a:spcAft>
                <a:spcPts val="0"/>
              </a:spcAft>
              <a:buNone/>
            </a:pPr>
            <a:fld id="{00000000-1234-1234-1234-123412341234}" type="slidenum">
              <a:rPr lang="en-US"/>
              <a:t>‹#›</a:t>
            </a:fld>
            <a:endParaRPr/>
          </a:p>
        </p:txBody>
      </p:sp>
      <p:sp>
        <p:nvSpPr>
          <p:cNvPr id="178" name="Google Shape;178;p8"/>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Characteristic of a Complex Engineering Problem</a:t>
            </a:r>
            <a:endParaRPr sz="1400">
              <a:solidFill>
                <a:schemeClr val="accent1"/>
              </a:solidFill>
              <a:latin typeface="Trebuchet MS"/>
              <a:ea typeface="Trebuchet MS"/>
              <a:cs typeface="Trebuchet MS"/>
              <a:sym typeface="Trebuchet MS"/>
            </a:endParaRPr>
          </a:p>
        </p:txBody>
      </p:sp>
      <p:pic>
        <p:nvPicPr>
          <p:cNvPr id="184" name="Google Shape;184;p9"/>
          <p:cNvPicPr preferRelativeResize="0"/>
          <p:nvPr/>
        </p:nvPicPr>
        <p:blipFill rotWithShape="1">
          <a:blip r:embed="rId3">
            <a:alphaModFix/>
          </a:blip>
          <a:srcRect b="0" l="0" r="0" t="0"/>
          <a:stretch/>
        </p:blipFill>
        <p:spPr>
          <a:xfrm>
            <a:off x="281089" y="1049832"/>
            <a:ext cx="65265" cy="65265"/>
          </a:xfrm>
          <a:prstGeom prst="rect">
            <a:avLst/>
          </a:prstGeom>
          <a:noFill/>
          <a:ln>
            <a:noFill/>
          </a:ln>
        </p:spPr>
      </p:pic>
      <p:sp>
        <p:nvSpPr>
          <p:cNvPr id="185" name="Google Shape;185;p9"/>
          <p:cNvSpPr txBox="1"/>
          <p:nvPr>
            <p:ph idx="1" type="body"/>
          </p:nvPr>
        </p:nvSpPr>
        <p:spPr>
          <a:xfrm>
            <a:off x="127292" y="748714"/>
            <a:ext cx="4355400" cy="2271600"/>
          </a:xfrm>
          <a:prstGeom prst="rect">
            <a:avLst/>
          </a:prstGeom>
          <a:noFill/>
          <a:ln>
            <a:noFill/>
          </a:ln>
        </p:spPr>
        <p:txBody>
          <a:bodyPr anchorCtr="0" anchor="t" bIns="0" lIns="0" spcFirstLastPara="1" rIns="0" wrap="square" tIns="186575">
            <a:spAutoFit/>
          </a:bodyPr>
          <a:lstStyle/>
          <a:p>
            <a:pPr indent="0" lvl="0" marL="288290" marR="2923540" rtl="0" algn="l">
              <a:lnSpc>
                <a:spcPct val="125299"/>
              </a:lnSpc>
              <a:spcBef>
                <a:spcPts val="0"/>
              </a:spcBef>
              <a:spcAft>
                <a:spcPts val="0"/>
              </a:spcAft>
              <a:buNone/>
            </a:pPr>
            <a:r>
              <a:rPr lang="en-US"/>
              <a:t>Difficult to solver  Unfamiliar to solver</a:t>
            </a:r>
            <a:endParaRPr/>
          </a:p>
          <a:p>
            <a:pPr indent="0" lvl="0" marL="288290" rtl="0" algn="l">
              <a:lnSpc>
                <a:spcPct val="100000"/>
              </a:lnSpc>
              <a:spcBef>
                <a:spcPts val="335"/>
              </a:spcBef>
              <a:spcAft>
                <a:spcPts val="0"/>
              </a:spcAft>
              <a:buNone/>
            </a:pPr>
            <a:r>
              <a:rPr lang="en-US"/>
              <a:t>Has several variables, parameters, constraints.</a:t>
            </a:r>
            <a:endParaRPr/>
          </a:p>
          <a:p>
            <a:pPr indent="0" lvl="0" marL="288290" marR="5080" rtl="0" algn="l">
              <a:lnSpc>
                <a:spcPct val="125299"/>
              </a:lnSpc>
              <a:spcBef>
                <a:spcPts val="0"/>
              </a:spcBef>
              <a:spcAft>
                <a:spcPts val="0"/>
              </a:spcAft>
              <a:buNone/>
            </a:pPr>
            <a:r>
              <a:rPr lang="en-US"/>
              <a:t>Has several components inter-connected and dependent to each other.  The solver does not have any immediate solution.</a:t>
            </a:r>
            <a:endParaRPr/>
          </a:p>
          <a:p>
            <a:pPr indent="0" lvl="0" marL="288290" rtl="0" algn="l">
              <a:lnSpc>
                <a:spcPct val="100000"/>
              </a:lnSpc>
              <a:spcBef>
                <a:spcPts val="334"/>
              </a:spcBef>
              <a:spcAft>
                <a:spcPts val="0"/>
              </a:spcAft>
              <a:buNone/>
            </a:pPr>
            <a:r>
              <a:rPr lang="en-US"/>
              <a:t>Multiple stake-holders with different views or interests.</a:t>
            </a:r>
            <a:endParaRPr/>
          </a:p>
          <a:p>
            <a:pPr indent="0" lvl="0" marL="288290" marR="200660" rtl="0" algn="l">
              <a:lnSpc>
                <a:spcPct val="102699"/>
              </a:lnSpc>
              <a:spcBef>
                <a:spcPts val="295"/>
              </a:spcBef>
              <a:spcAft>
                <a:spcPts val="0"/>
              </a:spcAft>
              <a:buNone/>
            </a:pPr>
            <a:r>
              <a:rPr lang="en-US"/>
              <a:t>No clear problem boundary. The solver needs to define the problem  prior solving it.</a:t>
            </a:r>
            <a:endParaRPr/>
          </a:p>
          <a:p>
            <a:pPr indent="0" lvl="0" marL="288290" rtl="0" algn="l">
              <a:lnSpc>
                <a:spcPct val="100000"/>
              </a:lnSpc>
              <a:spcBef>
                <a:spcPts val="335"/>
              </a:spcBef>
              <a:spcAft>
                <a:spcPts val="0"/>
              </a:spcAft>
              <a:buNone/>
            </a:pPr>
            <a:r>
              <a:rPr lang="en-US"/>
              <a:t>The solver needs to justify the solution.</a:t>
            </a:r>
            <a:endParaRPr/>
          </a:p>
        </p:txBody>
      </p:sp>
      <p:pic>
        <p:nvPicPr>
          <p:cNvPr id="186" name="Google Shape;186;p9"/>
          <p:cNvPicPr preferRelativeResize="0"/>
          <p:nvPr/>
        </p:nvPicPr>
        <p:blipFill rotWithShape="1">
          <a:blip r:embed="rId4">
            <a:alphaModFix/>
          </a:blip>
          <a:srcRect b="0" l="0" r="0" t="0"/>
          <a:stretch/>
        </p:blipFill>
        <p:spPr>
          <a:xfrm>
            <a:off x="281089" y="1259865"/>
            <a:ext cx="65265" cy="65265"/>
          </a:xfrm>
          <a:prstGeom prst="rect">
            <a:avLst/>
          </a:prstGeom>
          <a:noFill/>
          <a:ln>
            <a:noFill/>
          </a:ln>
        </p:spPr>
      </p:pic>
      <p:pic>
        <p:nvPicPr>
          <p:cNvPr id="187" name="Google Shape;187;p9"/>
          <p:cNvPicPr preferRelativeResize="0"/>
          <p:nvPr/>
        </p:nvPicPr>
        <p:blipFill rotWithShape="1">
          <a:blip r:embed="rId4">
            <a:alphaModFix/>
          </a:blip>
          <a:srcRect b="0" l="0" r="0" t="0"/>
          <a:stretch/>
        </p:blipFill>
        <p:spPr>
          <a:xfrm>
            <a:off x="281089" y="1469897"/>
            <a:ext cx="65265" cy="65265"/>
          </a:xfrm>
          <a:prstGeom prst="rect">
            <a:avLst/>
          </a:prstGeom>
          <a:noFill/>
          <a:ln>
            <a:noFill/>
          </a:ln>
        </p:spPr>
      </p:pic>
      <p:pic>
        <p:nvPicPr>
          <p:cNvPr id="188" name="Google Shape;188;p9"/>
          <p:cNvPicPr preferRelativeResize="0"/>
          <p:nvPr/>
        </p:nvPicPr>
        <p:blipFill rotWithShape="1">
          <a:blip r:embed="rId4">
            <a:alphaModFix/>
          </a:blip>
          <a:srcRect b="0" l="0" r="0" t="0"/>
          <a:stretch/>
        </p:blipFill>
        <p:spPr>
          <a:xfrm>
            <a:off x="281089" y="1679930"/>
            <a:ext cx="65265" cy="65265"/>
          </a:xfrm>
          <a:prstGeom prst="rect">
            <a:avLst/>
          </a:prstGeom>
          <a:noFill/>
          <a:ln>
            <a:noFill/>
          </a:ln>
        </p:spPr>
      </p:pic>
      <p:pic>
        <p:nvPicPr>
          <p:cNvPr id="189" name="Google Shape;189;p9"/>
          <p:cNvPicPr preferRelativeResize="0"/>
          <p:nvPr/>
        </p:nvPicPr>
        <p:blipFill rotWithShape="1">
          <a:blip r:embed="rId4">
            <a:alphaModFix/>
          </a:blip>
          <a:srcRect b="0" l="0" r="0" t="0"/>
          <a:stretch/>
        </p:blipFill>
        <p:spPr>
          <a:xfrm>
            <a:off x="281089" y="1889963"/>
            <a:ext cx="65265" cy="65265"/>
          </a:xfrm>
          <a:prstGeom prst="rect">
            <a:avLst/>
          </a:prstGeom>
          <a:noFill/>
          <a:ln>
            <a:noFill/>
          </a:ln>
        </p:spPr>
      </p:pic>
      <p:pic>
        <p:nvPicPr>
          <p:cNvPr id="190" name="Google Shape;190;p9"/>
          <p:cNvPicPr preferRelativeResize="0"/>
          <p:nvPr/>
        </p:nvPicPr>
        <p:blipFill rotWithShape="1">
          <a:blip r:embed="rId4">
            <a:alphaModFix/>
          </a:blip>
          <a:srcRect b="0" l="0" r="0" t="0"/>
          <a:stretch/>
        </p:blipFill>
        <p:spPr>
          <a:xfrm>
            <a:off x="281089" y="2099995"/>
            <a:ext cx="65265" cy="65265"/>
          </a:xfrm>
          <a:prstGeom prst="rect">
            <a:avLst/>
          </a:prstGeom>
          <a:noFill/>
          <a:ln>
            <a:noFill/>
          </a:ln>
        </p:spPr>
      </p:pic>
      <p:pic>
        <p:nvPicPr>
          <p:cNvPr id="191" name="Google Shape;191;p9"/>
          <p:cNvPicPr preferRelativeResize="0"/>
          <p:nvPr/>
        </p:nvPicPr>
        <p:blipFill rotWithShape="1">
          <a:blip r:embed="rId4">
            <a:alphaModFix/>
          </a:blip>
          <a:srcRect b="0" l="0" r="0" t="0"/>
          <a:stretch/>
        </p:blipFill>
        <p:spPr>
          <a:xfrm>
            <a:off x="281089" y="2310028"/>
            <a:ext cx="65265" cy="65265"/>
          </a:xfrm>
          <a:prstGeom prst="rect">
            <a:avLst/>
          </a:prstGeom>
          <a:noFill/>
          <a:ln>
            <a:noFill/>
          </a:ln>
        </p:spPr>
      </p:pic>
      <p:pic>
        <p:nvPicPr>
          <p:cNvPr id="192" name="Google Shape;192;p9"/>
          <p:cNvPicPr preferRelativeResize="0"/>
          <p:nvPr/>
        </p:nvPicPr>
        <p:blipFill rotWithShape="1">
          <a:blip r:embed="rId3">
            <a:alphaModFix/>
          </a:blip>
          <a:srcRect b="0" l="0" r="0" t="0"/>
          <a:stretch/>
        </p:blipFill>
        <p:spPr>
          <a:xfrm>
            <a:off x="281089" y="2692133"/>
            <a:ext cx="65265" cy="65265"/>
          </a:xfrm>
          <a:prstGeom prst="rect">
            <a:avLst/>
          </a:prstGeom>
          <a:noFill/>
          <a:ln>
            <a:noFill/>
          </a:ln>
        </p:spPr>
      </p:pic>
      <p:sp>
        <p:nvSpPr>
          <p:cNvPr id="193" name="Google Shape;193;p9"/>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194" name="Google Shape;194;p9"/>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0"/>
          <p:cNvSpPr txBox="1"/>
          <p:nvPr>
            <p:ph type="title"/>
          </p:nvPr>
        </p:nvSpPr>
        <p:spPr>
          <a:xfrm>
            <a:off x="914529" y="667491"/>
            <a:ext cx="2779186" cy="348101"/>
          </a:xfrm>
          <a:prstGeom prst="rect">
            <a:avLst/>
          </a:prstGeom>
          <a:noFill/>
          <a:ln>
            <a:noFill/>
          </a:ln>
        </p:spPr>
        <p:txBody>
          <a:bodyPr anchorCtr="0" anchor="t" bIns="0" lIns="0" spcFirstLastPara="1" rIns="0" wrap="square" tIns="6700">
            <a:spAutoFit/>
          </a:bodyPr>
          <a:lstStyle/>
          <a:p>
            <a:pPr indent="0" lvl="0" marL="6403" rtl="0" algn="l">
              <a:spcBef>
                <a:spcPts val="0"/>
              </a:spcBef>
              <a:spcAft>
                <a:spcPts val="0"/>
              </a:spcAft>
              <a:buNone/>
            </a:pPr>
            <a:r>
              <a:rPr b="1" lang="en-US" sz="2218">
                <a:solidFill>
                  <a:schemeClr val="accent1"/>
                </a:solidFill>
                <a:latin typeface="Calibri"/>
                <a:ea typeface="Calibri"/>
                <a:cs typeface="Calibri"/>
                <a:sym typeface="Calibri"/>
              </a:rPr>
              <a:t>Difficulty &amp; Uncertainty</a:t>
            </a:r>
            <a:endParaRPr sz="2218">
              <a:solidFill>
                <a:schemeClr val="accent1"/>
              </a:solidFill>
              <a:latin typeface="Calibri"/>
              <a:ea typeface="Calibri"/>
              <a:cs typeface="Calibri"/>
              <a:sym typeface="Calibri"/>
            </a:endParaRPr>
          </a:p>
        </p:txBody>
      </p:sp>
      <p:sp>
        <p:nvSpPr>
          <p:cNvPr id="200" name="Google Shape;200;p10"/>
          <p:cNvSpPr txBox="1"/>
          <p:nvPr/>
        </p:nvSpPr>
        <p:spPr>
          <a:xfrm>
            <a:off x="476250" y="1120775"/>
            <a:ext cx="3719774" cy="1846844"/>
          </a:xfrm>
          <a:prstGeom prst="rect">
            <a:avLst/>
          </a:prstGeom>
          <a:noFill/>
          <a:ln>
            <a:noFill/>
          </a:ln>
        </p:spPr>
        <p:txBody>
          <a:bodyPr anchorCtr="0" anchor="t" bIns="0" lIns="0" spcFirstLastPara="1" rIns="0" wrap="square" tIns="6700">
            <a:spAutoFit/>
          </a:bodyPr>
          <a:lstStyle/>
          <a:p>
            <a:pPr indent="-172889" lvl="0" marL="179294" marR="2561" rtl="0" algn="l">
              <a:spcBef>
                <a:spcPts val="0"/>
              </a:spcBef>
              <a:spcAft>
                <a:spcPts val="0"/>
              </a:spcAft>
              <a:buClr>
                <a:srgbClr val="FF0000"/>
              </a:buClr>
              <a:buSzPts val="1612"/>
              <a:buFont typeface="Arial"/>
              <a:buChar char="•"/>
            </a:pPr>
            <a:r>
              <a:rPr b="1" lang="en-US" sz="1612">
                <a:solidFill>
                  <a:srgbClr val="FF0000"/>
                </a:solidFill>
                <a:latin typeface="Calibri"/>
                <a:ea typeface="Calibri"/>
                <a:cs typeface="Calibri"/>
                <a:sym typeface="Calibri"/>
              </a:rPr>
              <a:t>Complexity </a:t>
            </a:r>
            <a:r>
              <a:rPr lang="en-US" sz="1612">
                <a:solidFill>
                  <a:schemeClr val="dk1"/>
                </a:solidFill>
                <a:latin typeface="Calibri"/>
                <a:ea typeface="Calibri"/>
                <a:cs typeface="Calibri"/>
                <a:sym typeface="Calibri"/>
              </a:rPr>
              <a:t>– the problem contains a large  number of diverse, dynamic and  interdependent elements</a:t>
            </a:r>
            <a:endParaRPr sz="1612">
              <a:solidFill>
                <a:schemeClr val="dk1"/>
              </a:solidFill>
              <a:latin typeface="Calibri"/>
              <a:ea typeface="Calibri"/>
              <a:cs typeface="Calibri"/>
              <a:sym typeface="Calibri"/>
            </a:endParaRPr>
          </a:p>
          <a:p>
            <a:pPr indent="-172889" lvl="0" marL="179294" marR="54108" rtl="0" algn="l">
              <a:spcBef>
                <a:spcPts val="386"/>
              </a:spcBef>
              <a:spcAft>
                <a:spcPts val="0"/>
              </a:spcAft>
              <a:buClr>
                <a:srgbClr val="FF0000"/>
              </a:buClr>
              <a:buSzPts val="1612"/>
              <a:buFont typeface="Arial"/>
              <a:buChar char="•"/>
            </a:pPr>
            <a:r>
              <a:rPr b="1" lang="en-US" sz="1612">
                <a:solidFill>
                  <a:srgbClr val="FF0000"/>
                </a:solidFill>
                <a:latin typeface="Calibri"/>
                <a:ea typeface="Calibri"/>
                <a:cs typeface="Calibri"/>
                <a:sym typeface="Calibri"/>
              </a:rPr>
              <a:t>Measurement </a:t>
            </a:r>
            <a:r>
              <a:rPr lang="en-US" sz="1612">
                <a:solidFill>
                  <a:schemeClr val="dk1"/>
                </a:solidFill>
                <a:latin typeface="Calibri"/>
                <a:ea typeface="Calibri"/>
                <a:cs typeface="Calibri"/>
                <a:sym typeface="Calibri"/>
              </a:rPr>
              <a:t>– it is difficult or practically  infeasible to get good qualitative data</a:t>
            </a:r>
            <a:endParaRPr sz="1612">
              <a:solidFill>
                <a:schemeClr val="dk1"/>
              </a:solidFill>
              <a:latin typeface="Calibri"/>
              <a:ea typeface="Calibri"/>
              <a:cs typeface="Calibri"/>
              <a:sym typeface="Calibri"/>
            </a:endParaRPr>
          </a:p>
          <a:p>
            <a:pPr indent="-172889" lvl="0" marL="179294" marR="50266" rtl="0" algn="l">
              <a:spcBef>
                <a:spcPts val="388"/>
              </a:spcBef>
              <a:spcAft>
                <a:spcPts val="0"/>
              </a:spcAft>
              <a:buClr>
                <a:srgbClr val="FF0000"/>
              </a:buClr>
              <a:buSzPts val="1612"/>
              <a:buFont typeface="Arial"/>
              <a:buChar char="•"/>
            </a:pPr>
            <a:r>
              <a:rPr b="1" lang="en-US" sz="1612">
                <a:solidFill>
                  <a:srgbClr val="FF0000"/>
                </a:solidFill>
                <a:latin typeface="Calibri"/>
                <a:ea typeface="Calibri"/>
                <a:cs typeface="Calibri"/>
                <a:sym typeface="Calibri"/>
              </a:rPr>
              <a:t>Novelty </a:t>
            </a:r>
            <a:r>
              <a:rPr lang="en-US" sz="1612">
                <a:solidFill>
                  <a:schemeClr val="dk1"/>
                </a:solidFill>
                <a:latin typeface="Calibri"/>
                <a:ea typeface="Calibri"/>
                <a:cs typeface="Calibri"/>
                <a:sym typeface="Calibri"/>
              </a:rPr>
              <a:t>– there is a new solution evolving  or an innovative design is needed</a:t>
            </a:r>
            <a:endParaRPr sz="1612">
              <a:solidFill>
                <a:schemeClr val="dk1"/>
              </a:solidFill>
              <a:latin typeface="Calibri"/>
              <a:ea typeface="Calibri"/>
              <a:cs typeface="Calibri"/>
              <a:sym typeface="Calibri"/>
            </a:endParaRPr>
          </a:p>
        </p:txBody>
      </p:sp>
      <p:sp>
        <p:nvSpPr>
          <p:cNvPr id="201" name="Google Shape;201;p10"/>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202" name="Google Shape;202;p10"/>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pSp>
        <p:nvGrpSpPr>
          <p:cNvPr id="207" name="Google Shape;207;p11"/>
          <p:cNvGrpSpPr/>
          <p:nvPr/>
        </p:nvGrpSpPr>
        <p:grpSpPr>
          <a:xfrm>
            <a:off x="1696501" y="96863"/>
            <a:ext cx="670801" cy="527088"/>
            <a:chOff x="3364961" y="188976"/>
            <a:chExt cx="1330513" cy="1045463"/>
          </a:xfrm>
        </p:grpSpPr>
        <p:pic>
          <p:nvPicPr>
            <p:cNvPr id="208" name="Google Shape;208;p11"/>
            <p:cNvPicPr preferRelativeResize="0"/>
            <p:nvPr/>
          </p:nvPicPr>
          <p:blipFill rotWithShape="1">
            <a:blip r:embed="rId3">
              <a:alphaModFix/>
            </a:blip>
            <a:srcRect b="0" l="0" r="0" t="0"/>
            <a:stretch/>
          </p:blipFill>
          <p:spPr>
            <a:xfrm>
              <a:off x="3364961" y="251343"/>
              <a:ext cx="1330513" cy="887175"/>
            </a:xfrm>
            <a:prstGeom prst="rect">
              <a:avLst/>
            </a:prstGeom>
            <a:noFill/>
            <a:ln>
              <a:noFill/>
            </a:ln>
          </p:spPr>
        </p:pic>
        <p:pic>
          <p:nvPicPr>
            <p:cNvPr id="209" name="Google Shape;209;p11"/>
            <p:cNvPicPr preferRelativeResize="0"/>
            <p:nvPr/>
          </p:nvPicPr>
          <p:blipFill rotWithShape="1">
            <a:blip r:embed="rId4">
              <a:alphaModFix/>
            </a:blip>
            <a:srcRect b="0" l="0" r="0" t="0"/>
            <a:stretch/>
          </p:blipFill>
          <p:spPr>
            <a:xfrm>
              <a:off x="3433572" y="188976"/>
              <a:ext cx="1229868" cy="1045463"/>
            </a:xfrm>
            <a:prstGeom prst="rect">
              <a:avLst/>
            </a:prstGeom>
            <a:noFill/>
            <a:ln>
              <a:noFill/>
            </a:ln>
          </p:spPr>
        </p:pic>
        <p:sp>
          <p:nvSpPr>
            <p:cNvPr id="210" name="Google Shape;210;p11"/>
            <p:cNvSpPr/>
            <p:nvPr/>
          </p:nvSpPr>
          <p:spPr>
            <a:xfrm>
              <a:off x="3398520" y="262128"/>
              <a:ext cx="1268095" cy="824865"/>
            </a:xfrm>
            <a:custGeom>
              <a:rect b="b" l="l" r="r" t="t"/>
              <a:pathLst>
                <a:path extrusionOk="0" h="824865" w="1268095">
                  <a:moveTo>
                    <a:pt x="1130553" y="0"/>
                  </a:moveTo>
                  <a:lnTo>
                    <a:pt x="137413" y="0"/>
                  </a:lnTo>
                  <a:lnTo>
                    <a:pt x="93959" y="7000"/>
                  </a:lnTo>
                  <a:lnTo>
                    <a:pt x="56235" y="26497"/>
                  </a:lnTo>
                  <a:lnTo>
                    <a:pt x="26497" y="56235"/>
                  </a:lnTo>
                  <a:lnTo>
                    <a:pt x="7000" y="93959"/>
                  </a:lnTo>
                  <a:lnTo>
                    <a:pt x="0" y="137413"/>
                  </a:lnTo>
                  <a:lnTo>
                    <a:pt x="0" y="687070"/>
                  </a:lnTo>
                  <a:lnTo>
                    <a:pt x="7000" y="730524"/>
                  </a:lnTo>
                  <a:lnTo>
                    <a:pt x="26497" y="768248"/>
                  </a:lnTo>
                  <a:lnTo>
                    <a:pt x="56235" y="797986"/>
                  </a:lnTo>
                  <a:lnTo>
                    <a:pt x="93959" y="817483"/>
                  </a:lnTo>
                  <a:lnTo>
                    <a:pt x="137413" y="824484"/>
                  </a:lnTo>
                  <a:lnTo>
                    <a:pt x="1130553" y="824484"/>
                  </a:lnTo>
                  <a:lnTo>
                    <a:pt x="1174008" y="817483"/>
                  </a:lnTo>
                  <a:lnTo>
                    <a:pt x="1211732" y="797986"/>
                  </a:lnTo>
                  <a:lnTo>
                    <a:pt x="1241470" y="768248"/>
                  </a:lnTo>
                  <a:lnTo>
                    <a:pt x="1260967" y="730524"/>
                  </a:lnTo>
                  <a:lnTo>
                    <a:pt x="1267967" y="687070"/>
                  </a:lnTo>
                  <a:lnTo>
                    <a:pt x="1267967" y="137413"/>
                  </a:lnTo>
                  <a:lnTo>
                    <a:pt x="1260967" y="93959"/>
                  </a:lnTo>
                  <a:lnTo>
                    <a:pt x="1241470" y="56235"/>
                  </a:lnTo>
                  <a:lnTo>
                    <a:pt x="1211732" y="26497"/>
                  </a:lnTo>
                  <a:lnTo>
                    <a:pt x="1174008" y="7000"/>
                  </a:lnTo>
                  <a:lnTo>
                    <a:pt x="1130553"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11" name="Google Shape;211;p11"/>
          <p:cNvSpPr txBox="1"/>
          <p:nvPr/>
        </p:nvSpPr>
        <p:spPr>
          <a:xfrm>
            <a:off x="1801077" y="122897"/>
            <a:ext cx="463571" cy="415760"/>
          </a:xfrm>
          <a:prstGeom prst="rect">
            <a:avLst/>
          </a:prstGeom>
          <a:noFill/>
          <a:ln>
            <a:noFill/>
          </a:ln>
        </p:spPr>
        <p:txBody>
          <a:bodyPr anchorCtr="0" anchor="t" bIns="0" lIns="0" spcFirstLastPara="1" rIns="0" wrap="square" tIns="16000">
            <a:spAutoFit/>
          </a:bodyPr>
          <a:lstStyle/>
          <a:p>
            <a:pPr indent="960" lvl="0" marL="6083" marR="2561" rtl="0" algn="ctr">
              <a:lnSpc>
                <a:spcPct val="91500"/>
              </a:lnSpc>
              <a:spcBef>
                <a:spcPts val="0"/>
              </a:spcBef>
              <a:spcAft>
                <a:spcPts val="0"/>
              </a:spcAft>
              <a:buNone/>
            </a:pPr>
            <a:r>
              <a:rPr lang="en-US" sz="706">
                <a:solidFill>
                  <a:srgbClr val="FFFFFF"/>
                </a:solidFill>
                <a:latin typeface="Calibri"/>
                <a:ea typeface="Calibri"/>
                <a:cs typeface="Calibri"/>
                <a:sym typeface="Calibri"/>
              </a:rPr>
              <a:t>Limited  Explanation,  Prediction,  Control</a:t>
            </a:r>
            <a:endParaRPr sz="706">
              <a:solidFill>
                <a:schemeClr val="dk1"/>
              </a:solidFill>
              <a:latin typeface="Calibri"/>
              <a:ea typeface="Calibri"/>
              <a:cs typeface="Calibri"/>
              <a:sym typeface="Calibri"/>
            </a:endParaRPr>
          </a:p>
        </p:txBody>
      </p:sp>
      <p:grpSp>
        <p:nvGrpSpPr>
          <p:cNvPr id="212" name="Google Shape;212;p11"/>
          <p:cNvGrpSpPr/>
          <p:nvPr/>
        </p:nvGrpSpPr>
        <p:grpSpPr>
          <a:xfrm>
            <a:off x="2357362" y="378847"/>
            <a:ext cx="1034904" cy="623900"/>
            <a:chOff x="4675759" y="748283"/>
            <a:chExt cx="2052701" cy="1237488"/>
          </a:xfrm>
        </p:grpSpPr>
        <p:sp>
          <p:nvSpPr>
            <p:cNvPr id="213" name="Google Shape;213;p11"/>
            <p:cNvSpPr/>
            <p:nvPr/>
          </p:nvSpPr>
          <p:spPr>
            <a:xfrm>
              <a:off x="4675759" y="748283"/>
              <a:ext cx="852169" cy="348615"/>
            </a:xfrm>
            <a:custGeom>
              <a:rect b="b" l="l" r="r" t="t"/>
              <a:pathLst>
                <a:path extrusionOk="0" h="348615" w="852170">
                  <a:moveTo>
                    <a:pt x="0" y="0"/>
                  </a:moveTo>
                  <a:lnTo>
                    <a:pt x="50019" y="12003"/>
                  </a:lnTo>
                  <a:lnTo>
                    <a:pt x="99783" y="24895"/>
                  </a:lnTo>
                  <a:lnTo>
                    <a:pt x="149279" y="38671"/>
                  </a:lnTo>
                  <a:lnTo>
                    <a:pt x="198495" y="53327"/>
                  </a:lnTo>
                  <a:lnTo>
                    <a:pt x="247422" y="68858"/>
                  </a:lnTo>
                  <a:lnTo>
                    <a:pt x="296046" y="85259"/>
                  </a:lnTo>
                  <a:lnTo>
                    <a:pt x="344357" y="102525"/>
                  </a:lnTo>
                  <a:lnTo>
                    <a:pt x="392342" y="120653"/>
                  </a:lnTo>
                  <a:lnTo>
                    <a:pt x="439991" y="139636"/>
                  </a:lnTo>
                  <a:lnTo>
                    <a:pt x="487292" y="159471"/>
                  </a:lnTo>
                  <a:lnTo>
                    <a:pt x="534233" y="180152"/>
                  </a:lnTo>
                  <a:lnTo>
                    <a:pt x="580803" y="201675"/>
                  </a:lnTo>
                  <a:lnTo>
                    <a:pt x="626991" y="224036"/>
                  </a:lnTo>
                  <a:lnTo>
                    <a:pt x="672785" y="247229"/>
                  </a:lnTo>
                  <a:lnTo>
                    <a:pt x="718173" y="271250"/>
                  </a:lnTo>
                  <a:lnTo>
                    <a:pt x="763144" y="296095"/>
                  </a:lnTo>
                  <a:lnTo>
                    <a:pt x="807686" y="321757"/>
                  </a:lnTo>
                  <a:lnTo>
                    <a:pt x="851788" y="348233"/>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14" name="Google Shape;214;p11"/>
            <p:cNvPicPr preferRelativeResize="0"/>
            <p:nvPr/>
          </p:nvPicPr>
          <p:blipFill rotWithShape="1">
            <a:blip r:embed="rId5">
              <a:alphaModFix/>
            </a:blip>
            <a:srcRect b="0" l="0" r="0" t="0"/>
            <a:stretch/>
          </p:blipFill>
          <p:spPr>
            <a:xfrm>
              <a:off x="5379720" y="1080490"/>
              <a:ext cx="1348740" cy="905281"/>
            </a:xfrm>
            <a:prstGeom prst="rect">
              <a:avLst/>
            </a:prstGeom>
            <a:noFill/>
            <a:ln>
              <a:noFill/>
            </a:ln>
          </p:spPr>
        </p:pic>
        <p:pic>
          <p:nvPicPr>
            <p:cNvPr id="215" name="Google Shape;215;p11"/>
            <p:cNvPicPr preferRelativeResize="0"/>
            <p:nvPr/>
          </p:nvPicPr>
          <p:blipFill rotWithShape="1">
            <a:blip r:embed="rId6">
              <a:alphaModFix/>
            </a:blip>
            <a:srcRect b="0" l="0" r="0" t="0"/>
            <a:stretch/>
          </p:blipFill>
          <p:spPr>
            <a:xfrm>
              <a:off x="5449824" y="1124686"/>
              <a:ext cx="1245120" cy="850417"/>
            </a:xfrm>
            <a:prstGeom prst="rect">
              <a:avLst/>
            </a:prstGeom>
            <a:noFill/>
            <a:ln>
              <a:noFill/>
            </a:ln>
          </p:spPr>
        </p:pic>
        <p:sp>
          <p:nvSpPr>
            <p:cNvPr id="216" name="Google Shape;216;p11"/>
            <p:cNvSpPr/>
            <p:nvPr/>
          </p:nvSpPr>
          <p:spPr>
            <a:xfrm>
              <a:off x="5422392" y="1100327"/>
              <a:ext cx="1268095" cy="824865"/>
            </a:xfrm>
            <a:custGeom>
              <a:rect b="b" l="l" r="r" t="t"/>
              <a:pathLst>
                <a:path extrusionOk="0" h="824864" w="1268095">
                  <a:moveTo>
                    <a:pt x="1130554" y="0"/>
                  </a:moveTo>
                  <a:lnTo>
                    <a:pt x="137413" y="0"/>
                  </a:lnTo>
                  <a:lnTo>
                    <a:pt x="93959" y="7000"/>
                  </a:lnTo>
                  <a:lnTo>
                    <a:pt x="56235" y="26497"/>
                  </a:lnTo>
                  <a:lnTo>
                    <a:pt x="26497" y="56235"/>
                  </a:lnTo>
                  <a:lnTo>
                    <a:pt x="7000" y="93959"/>
                  </a:lnTo>
                  <a:lnTo>
                    <a:pt x="0" y="137413"/>
                  </a:lnTo>
                  <a:lnTo>
                    <a:pt x="0" y="687070"/>
                  </a:lnTo>
                  <a:lnTo>
                    <a:pt x="7000" y="730524"/>
                  </a:lnTo>
                  <a:lnTo>
                    <a:pt x="26497" y="768248"/>
                  </a:lnTo>
                  <a:lnTo>
                    <a:pt x="56235" y="797986"/>
                  </a:lnTo>
                  <a:lnTo>
                    <a:pt x="93959" y="817483"/>
                  </a:lnTo>
                  <a:lnTo>
                    <a:pt x="137413" y="824484"/>
                  </a:lnTo>
                  <a:lnTo>
                    <a:pt x="1130554" y="824484"/>
                  </a:lnTo>
                  <a:lnTo>
                    <a:pt x="1174008" y="817483"/>
                  </a:lnTo>
                  <a:lnTo>
                    <a:pt x="1211732" y="797986"/>
                  </a:lnTo>
                  <a:lnTo>
                    <a:pt x="1241470" y="768248"/>
                  </a:lnTo>
                  <a:lnTo>
                    <a:pt x="1260967" y="730524"/>
                  </a:lnTo>
                  <a:lnTo>
                    <a:pt x="1267967" y="687070"/>
                  </a:lnTo>
                  <a:lnTo>
                    <a:pt x="1267967" y="137413"/>
                  </a:lnTo>
                  <a:lnTo>
                    <a:pt x="1260967" y="93959"/>
                  </a:lnTo>
                  <a:lnTo>
                    <a:pt x="1241470" y="56235"/>
                  </a:lnTo>
                  <a:lnTo>
                    <a:pt x="1211732" y="26497"/>
                  </a:lnTo>
                  <a:lnTo>
                    <a:pt x="1174008" y="7000"/>
                  </a:lnTo>
                  <a:lnTo>
                    <a:pt x="1130554"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17" name="Google Shape;217;p11"/>
          <p:cNvSpPr txBox="1"/>
          <p:nvPr/>
        </p:nvSpPr>
        <p:spPr>
          <a:xfrm>
            <a:off x="2817924" y="595137"/>
            <a:ext cx="471575" cy="325233"/>
          </a:xfrm>
          <a:prstGeom prst="rect">
            <a:avLst/>
          </a:prstGeom>
          <a:noFill/>
          <a:ln>
            <a:noFill/>
          </a:ln>
        </p:spPr>
        <p:txBody>
          <a:bodyPr anchorCtr="0" anchor="t" bIns="0" lIns="0" spcFirstLastPara="1" rIns="0" wrap="square" tIns="17275">
            <a:spAutoFit/>
          </a:bodyPr>
          <a:lstStyle/>
          <a:p>
            <a:pPr indent="0" lvl="0" marL="6403" marR="2561" rtl="0" algn="ctr">
              <a:lnSpc>
                <a:spcPct val="109915"/>
              </a:lnSpc>
              <a:spcBef>
                <a:spcPts val="0"/>
              </a:spcBef>
              <a:spcAft>
                <a:spcPts val="0"/>
              </a:spcAft>
              <a:buNone/>
            </a:pPr>
            <a:r>
              <a:rPr lang="en-US" sz="706">
                <a:solidFill>
                  <a:srgbClr val="FFFFFF"/>
                </a:solidFill>
                <a:latin typeface="Calibri"/>
                <a:ea typeface="Calibri"/>
                <a:cs typeface="Calibri"/>
                <a:sym typeface="Calibri"/>
              </a:rPr>
              <a:t>Results in an  educated  guest</a:t>
            </a:r>
            <a:endParaRPr sz="706">
              <a:solidFill>
                <a:schemeClr val="dk1"/>
              </a:solidFill>
              <a:latin typeface="Calibri"/>
              <a:ea typeface="Calibri"/>
              <a:cs typeface="Calibri"/>
              <a:sym typeface="Calibri"/>
            </a:endParaRPr>
          </a:p>
        </p:txBody>
      </p:sp>
      <p:grpSp>
        <p:nvGrpSpPr>
          <p:cNvPr id="218" name="Google Shape;218;p11"/>
          <p:cNvGrpSpPr/>
          <p:nvPr/>
        </p:nvGrpSpPr>
        <p:grpSpPr>
          <a:xfrm>
            <a:off x="3134868" y="977712"/>
            <a:ext cx="679990" cy="1045404"/>
            <a:chOff x="6217920" y="1936114"/>
            <a:chExt cx="1348740" cy="2073529"/>
          </a:xfrm>
        </p:grpSpPr>
        <p:sp>
          <p:nvSpPr>
            <p:cNvPr id="219" name="Google Shape;219;p11"/>
            <p:cNvSpPr/>
            <p:nvPr/>
          </p:nvSpPr>
          <p:spPr>
            <a:xfrm>
              <a:off x="6405118" y="1936114"/>
              <a:ext cx="458470" cy="1176655"/>
            </a:xfrm>
            <a:custGeom>
              <a:rect b="b" l="l" r="r" t="t"/>
              <a:pathLst>
                <a:path extrusionOk="0" h="1176655" w="458470">
                  <a:moveTo>
                    <a:pt x="0" y="0"/>
                  </a:moveTo>
                  <a:lnTo>
                    <a:pt x="28211" y="42614"/>
                  </a:lnTo>
                  <a:lnTo>
                    <a:pt x="55632" y="85686"/>
                  </a:lnTo>
                  <a:lnTo>
                    <a:pt x="82258" y="129203"/>
                  </a:lnTo>
                  <a:lnTo>
                    <a:pt x="108084" y="173154"/>
                  </a:lnTo>
                  <a:lnTo>
                    <a:pt x="133107" y="217529"/>
                  </a:lnTo>
                  <a:lnTo>
                    <a:pt x="157321" y="262316"/>
                  </a:lnTo>
                  <a:lnTo>
                    <a:pt x="180723" y="307503"/>
                  </a:lnTo>
                  <a:lnTo>
                    <a:pt x="203309" y="353079"/>
                  </a:lnTo>
                  <a:lnTo>
                    <a:pt x="225073" y="399034"/>
                  </a:lnTo>
                  <a:lnTo>
                    <a:pt x="246012" y="445355"/>
                  </a:lnTo>
                  <a:lnTo>
                    <a:pt x="266121" y="492032"/>
                  </a:lnTo>
                  <a:lnTo>
                    <a:pt x="285396" y="539053"/>
                  </a:lnTo>
                  <a:lnTo>
                    <a:pt x="303832" y="586407"/>
                  </a:lnTo>
                  <a:lnTo>
                    <a:pt x="321426" y="634083"/>
                  </a:lnTo>
                  <a:lnTo>
                    <a:pt x="338172" y="682069"/>
                  </a:lnTo>
                  <a:lnTo>
                    <a:pt x="354067" y="730354"/>
                  </a:lnTo>
                  <a:lnTo>
                    <a:pt x="369106" y="778927"/>
                  </a:lnTo>
                  <a:lnTo>
                    <a:pt x="383285" y="827777"/>
                  </a:lnTo>
                  <a:lnTo>
                    <a:pt x="396600" y="876893"/>
                  </a:lnTo>
                  <a:lnTo>
                    <a:pt x="409045" y="926262"/>
                  </a:lnTo>
                  <a:lnTo>
                    <a:pt x="420618" y="975875"/>
                  </a:lnTo>
                  <a:lnTo>
                    <a:pt x="431312" y="1025719"/>
                  </a:lnTo>
                  <a:lnTo>
                    <a:pt x="441125" y="1075783"/>
                  </a:lnTo>
                  <a:lnTo>
                    <a:pt x="450052" y="1126056"/>
                  </a:lnTo>
                  <a:lnTo>
                    <a:pt x="458088" y="1176527"/>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20" name="Google Shape;220;p11"/>
            <p:cNvPicPr preferRelativeResize="0"/>
            <p:nvPr/>
          </p:nvPicPr>
          <p:blipFill rotWithShape="1">
            <a:blip r:embed="rId7">
              <a:alphaModFix/>
            </a:blip>
            <a:srcRect b="0" l="0" r="0" t="0"/>
            <a:stretch/>
          </p:blipFill>
          <p:spPr>
            <a:xfrm>
              <a:off x="6217920" y="3105924"/>
              <a:ext cx="1348740" cy="903719"/>
            </a:xfrm>
            <a:prstGeom prst="rect">
              <a:avLst/>
            </a:prstGeom>
            <a:noFill/>
            <a:ln>
              <a:noFill/>
            </a:ln>
          </p:spPr>
        </p:pic>
        <p:pic>
          <p:nvPicPr>
            <p:cNvPr id="221" name="Google Shape;221;p11"/>
            <p:cNvPicPr preferRelativeResize="0"/>
            <p:nvPr/>
          </p:nvPicPr>
          <p:blipFill rotWithShape="1">
            <a:blip r:embed="rId8">
              <a:alphaModFix/>
            </a:blip>
            <a:srcRect b="0" l="0" r="0" t="0"/>
            <a:stretch/>
          </p:blipFill>
          <p:spPr>
            <a:xfrm>
              <a:off x="6701028" y="3343643"/>
              <a:ext cx="379475" cy="460260"/>
            </a:xfrm>
            <a:prstGeom prst="rect">
              <a:avLst/>
            </a:prstGeom>
            <a:noFill/>
            <a:ln>
              <a:noFill/>
            </a:ln>
          </p:spPr>
        </p:pic>
        <p:sp>
          <p:nvSpPr>
            <p:cNvPr id="222" name="Google Shape;222;p11"/>
            <p:cNvSpPr/>
            <p:nvPr/>
          </p:nvSpPr>
          <p:spPr>
            <a:xfrm>
              <a:off x="6260592" y="3125723"/>
              <a:ext cx="1268095" cy="822960"/>
            </a:xfrm>
            <a:custGeom>
              <a:rect b="b" l="l" r="r" t="t"/>
              <a:pathLst>
                <a:path extrusionOk="0" h="822960" w="1268095">
                  <a:moveTo>
                    <a:pt x="1130808" y="0"/>
                  </a:moveTo>
                  <a:lnTo>
                    <a:pt x="137160" y="0"/>
                  </a:lnTo>
                  <a:lnTo>
                    <a:pt x="93829" y="6998"/>
                  </a:lnTo>
                  <a:lnTo>
                    <a:pt x="56180" y="26481"/>
                  </a:lnTo>
                  <a:lnTo>
                    <a:pt x="26481" y="56180"/>
                  </a:lnTo>
                  <a:lnTo>
                    <a:pt x="6998" y="93829"/>
                  </a:lnTo>
                  <a:lnTo>
                    <a:pt x="0" y="137160"/>
                  </a:lnTo>
                  <a:lnTo>
                    <a:pt x="0" y="685800"/>
                  </a:lnTo>
                  <a:lnTo>
                    <a:pt x="6998" y="729130"/>
                  </a:lnTo>
                  <a:lnTo>
                    <a:pt x="26481" y="766779"/>
                  </a:lnTo>
                  <a:lnTo>
                    <a:pt x="56180" y="796478"/>
                  </a:lnTo>
                  <a:lnTo>
                    <a:pt x="93829" y="815961"/>
                  </a:lnTo>
                  <a:lnTo>
                    <a:pt x="137160" y="822959"/>
                  </a:lnTo>
                  <a:lnTo>
                    <a:pt x="1130808" y="822959"/>
                  </a:lnTo>
                  <a:lnTo>
                    <a:pt x="1174138" y="815961"/>
                  </a:lnTo>
                  <a:lnTo>
                    <a:pt x="1211787" y="796478"/>
                  </a:lnTo>
                  <a:lnTo>
                    <a:pt x="1241486" y="766779"/>
                  </a:lnTo>
                  <a:lnTo>
                    <a:pt x="1260969" y="729130"/>
                  </a:lnTo>
                  <a:lnTo>
                    <a:pt x="1267967" y="685800"/>
                  </a:lnTo>
                  <a:lnTo>
                    <a:pt x="1267967" y="137160"/>
                  </a:lnTo>
                  <a:lnTo>
                    <a:pt x="1260969" y="93829"/>
                  </a:lnTo>
                  <a:lnTo>
                    <a:pt x="1241486" y="56180"/>
                  </a:lnTo>
                  <a:lnTo>
                    <a:pt x="1211787" y="26481"/>
                  </a:lnTo>
                  <a:lnTo>
                    <a:pt x="1174138" y="6998"/>
                  </a:lnTo>
                  <a:lnTo>
                    <a:pt x="1130808"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23" name="Google Shape;223;p11"/>
          <p:cNvSpPr txBox="1"/>
          <p:nvPr/>
        </p:nvSpPr>
        <p:spPr>
          <a:xfrm>
            <a:off x="3448867" y="1714111"/>
            <a:ext cx="54745" cy="115408"/>
          </a:xfrm>
          <a:prstGeom prst="rect">
            <a:avLst/>
          </a:prstGeom>
          <a:noFill/>
          <a:ln>
            <a:noFill/>
          </a:ln>
        </p:spPr>
        <p:txBody>
          <a:bodyPr anchorCtr="0" anchor="t" bIns="0" lIns="0" spcFirstLastPara="1" rIns="0" wrap="square" tIns="6700">
            <a:spAutoFit/>
          </a:bodyPr>
          <a:lstStyle/>
          <a:p>
            <a:pPr indent="0" lvl="0" marL="6403" marR="0" rtl="0" algn="l">
              <a:spcBef>
                <a:spcPts val="0"/>
              </a:spcBef>
              <a:spcAft>
                <a:spcPts val="0"/>
              </a:spcAft>
              <a:buNone/>
            </a:pPr>
            <a:r>
              <a:rPr lang="en-US" sz="706">
                <a:solidFill>
                  <a:srgbClr val="FFFFFF"/>
                </a:solidFill>
                <a:latin typeface="Calibri"/>
                <a:ea typeface="Calibri"/>
                <a:cs typeface="Calibri"/>
                <a:sym typeface="Calibri"/>
              </a:rPr>
              <a:t>?</a:t>
            </a:r>
            <a:endParaRPr sz="706">
              <a:solidFill>
                <a:schemeClr val="dk1"/>
              </a:solidFill>
              <a:latin typeface="Calibri"/>
              <a:ea typeface="Calibri"/>
              <a:cs typeface="Calibri"/>
              <a:sym typeface="Calibri"/>
            </a:endParaRPr>
          </a:p>
        </p:txBody>
      </p:sp>
      <p:grpSp>
        <p:nvGrpSpPr>
          <p:cNvPr id="224" name="Google Shape;224;p11"/>
          <p:cNvGrpSpPr/>
          <p:nvPr/>
        </p:nvGrpSpPr>
        <p:grpSpPr>
          <a:xfrm>
            <a:off x="1684223" y="1998401"/>
            <a:ext cx="1776105" cy="1460760"/>
            <a:chOff x="3340608" y="3960621"/>
            <a:chExt cx="3522853" cy="2897375"/>
          </a:xfrm>
        </p:grpSpPr>
        <p:sp>
          <p:nvSpPr>
            <p:cNvPr id="225" name="Google Shape;225;p11"/>
            <p:cNvSpPr/>
            <p:nvPr/>
          </p:nvSpPr>
          <p:spPr>
            <a:xfrm>
              <a:off x="6490716" y="3960621"/>
              <a:ext cx="372745" cy="1043305"/>
            </a:xfrm>
            <a:custGeom>
              <a:rect b="b" l="l" r="r" t="t"/>
              <a:pathLst>
                <a:path extrusionOk="0" h="1043304" w="372745">
                  <a:moveTo>
                    <a:pt x="372744" y="0"/>
                  </a:moveTo>
                  <a:lnTo>
                    <a:pt x="364786" y="50183"/>
                  </a:lnTo>
                  <a:lnTo>
                    <a:pt x="355945" y="100178"/>
                  </a:lnTo>
                  <a:lnTo>
                    <a:pt x="346226" y="149973"/>
                  </a:lnTo>
                  <a:lnTo>
                    <a:pt x="335632" y="199556"/>
                  </a:lnTo>
                  <a:lnTo>
                    <a:pt x="324168" y="248917"/>
                  </a:lnTo>
                  <a:lnTo>
                    <a:pt x="311837" y="298043"/>
                  </a:lnTo>
                  <a:lnTo>
                    <a:pt x="298645" y="346925"/>
                  </a:lnTo>
                  <a:lnTo>
                    <a:pt x="284594" y="395551"/>
                  </a:lnTo>
                  <a:lnTo>
                    <a:pt x="269688" y="443910"/>
                  </a:lnTo>
                  <a:lnTo>
                    <a:pt x="253933" y="491990"/>
                  </a:lnTo>
                  <a:lnTo>
                    <a:pt x="237331" y="539781"/>
                  </a:lnTo>
                  <a:lnTo>
                    <a:pt x="219886" y="587271"/>
                  </a:lnTo>
                  <a:lnTo>
                    <a:pt x="201604" y="634450"/>
                  </a:lnTo>
                  <a:lnTo>
                    <a:pt x="182487" y="681305"/>
                  </a:lnTo>
                  <a:lnTo>
                    <a:pt x="162540" y="727826"/>
                  </a:lnTo>
                  <a:lnTo>
                    <a:pt x="141767" y="774001"/>
                  </a:lnTo>
                  <a:lnTo>
                    <a:pt x="120171" y="819821"/>
                  </a:lnTo>
                  <a:lnTo>
                    <a:pt x="97757" y="865272"/>
                  </a:lnTo>
                  <a:lnTo>
                    <a:pt x="74529" y="910345"/>
                  </a:lnTo>
                  <a:lnTo>
                    <a:pt x="50491" y="955027"/>
                  </a:lnTo>
                  <a:lnTo>
                    <a:pt x="25646" y="999308"/>
                  </a:lnTo>
                  <a:lnTo>
                    <a:pt x="0" y="1043177"/>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26" name="Google Shape;226;p11"/>
            <p:cNvPicPr preferRelativeResize="0"/>
            <p:nvPr/>
          </p:nvPicPr>
          <p:blipFill rotWithShape="1">
            <a:blip r:embed="rId9">
              <a:alphaModFix/>
            </a:blip>
            <a:srcRect b="0" l="0" r="0" t="0"/>
            <a:stretch/>
          </p:blipFill>
          <p:spPr>
            <a:xfrm>
              <a:off x="5379720" y="4992623"/>
              <a:ext cx="1348740" cy="1176515"/>
            </a:xfrm>
            <a:prstGeom prst="rect">
              <a:avLst/>
            </a:prstGeom>
            <a:noFill/>
            <a:ln>
              <a:noFill/>
            </a:ln>
          </p:spPr>
        </p:pic>
        <p:pic>
          <p:nvPicPr>
            <p:cNvPr id="227" name="Google Shape;227;p11"/>
            <p:cNvPicPr preferRelativeResize="0"/>
            <p:nvPr/>
          </p:nvPicPr>
          <p:blipFill rotWithShape="1">
            <a:blip r:embed="rId10">
              <a:alphaModFix/>
            </a:blip>
            <a:srcRect b="0" l="0" r="0" t="0"/>
            <a:stretch/>
          </p:blipFill>
          <p:spPr>
            <a:xfrm>
              <a:off x="5472684" y="4977383"/>
              <a:ext cx="1202436" cy="1242047"/>
            </a:xfrm>
            <a:prstGeom prst="rect">
              <a:avLst/>
            </a:prstGeom>
            <a:noFill/>
            <a:ln>
              <a:noFill/>
            </a:ln>
          </p:spPr>
        </p:pic>
        <p:sp>
          <p:nvSpPr>
            <p:cNvPr id="228" name="Google Shape;228;p11"/>
            <p:cNvSpPr/>
            <p:nvPr/>
          </p:nvSpPr>
          <p:spPr>
            <a:xfrm>
              <a:off x="5422392" y="5012435"/>
              <a:ext cx="1268095" cy="1096010"/>
            </a:xfrm>
            <a:custGeom>
              <a:rect b="b" l="l" r="r" t="t"/>
              <a:pathLst>
                <a:path extrusionOk="0" h="1096010" w="1268095">
                  <a:moveTo>
                    <a:pt x="1085341" y="0"/>
                  </a:moveTo>
                  <a:lnTo>
                    <a:pt x="182625" y="0"/>
                  </a:lnTo>
                  <a:lnTo>
                    <a:pt x="134084" y="6525"/>
                  </a:lnTo>
                  <a:lnTo>
                    <a:pt x="90461" y="24939"/>
                  </a:lnTo>
                  <a:lnTo>
                    <a:pt x="53498" y="53498"/>
                  </a:lnTo>
                  <a:lnTo>
                    <a:pt x="24939" y="90461"/>
                  </a:lnTo>
                  <a:lnTo>
                    <a:pt x="6525" y="134084"/>
                  </a:lnTo>
                  <a:lnTo>
                    <a:pt x="0" y="182625"/>
                  </a:lnTo>
                  <a:lnTo>
                    <a:pt x="0" y="913129"/>
                  </a:lnTo>
                  <a:lnTo>
                    <a:pt x="6525" y="961679"/>
                  </a:lnTo>
                  <a:lnTo>
                    <a:pt x="24939" y="1005305"/>
                  </a:lnTo>
                  <a:lnTo>
                    <a:pt x="53498" y="1042266"/>
                  </a:lnTo>
                  <a:lnTo>
                    <a:pt x="90461" y="1070822"/>
                  </a:lnTo>
                  <a:lnTo>
                    <a:pt x="134084" y="1089232"/>
                  </a:lnTo>
                  <a:lnTo>
                    <a:pt x="182625" y="1095756"/>
                  </a:lnTo>
                  <a:lnTo>
                    <a:pt x="1085341" y="1095756"/>
                  </a:lnTo>
                  <a:lnTo>
                    <a:pt x="1133883" y="1089232"/>
                  </a:lnTo>
                  <a:lnTo>
                    <a:pt x="1177506" y="1070822"/>
                  </a:lnTo>
                  <a:lnTo>
                    <a:pt x="1214469" y="1042266"/>
                  </a:lnTo>
                  <a:lnTo>
                    <a:pt x="1243028" y="1005305"/>
                  </a:lnTo>
                  <a:lnTo>
                    <a:pt x="1261442" y="961679"/>
                  </a:lnTo>
                  <a:lnTo>
                    <a:pt x="1267967" y="913129"/>
                  </a:lnTo>
                  <a:lnTo>
                    <a:pt x="1267967" y="182625"/>
                  </a:lnTo>
                  <a:lnTo>
                    <a:pt x="1261442" y="134084"/>
                  </a:lnTo>
                  <a:lnTo>
                    <a:pt x="1243028" y="90461"/>
                  </a:lnTo>
                  <a:lnTo>
                    <a:pt x="1214469" y="53498"/>
                  </a:lnTo>
                  <a:lnTo>
                    <a:pt x="1177506" y="24939"/>
                  </a:lnTo>
                  <a:lnTo>
                    <a:pt x="1133883" y="6525"/>
                  </a:lnTo>
                  <a:lnTo>
                    <a:pt x="1085341"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229" name="Google Shape;229;p11"/>
            <p:cNvSpPr/>
            <p:nvPr/>
          </p:nvSpPr>
          <p:spPr>
            <a:xfrm>
              <a:off x="4674489" y="6043358"/>
              <a:ext cx="741680" cy="283845"/>
            </a:xfrm>
            <a:custGeom>
              <a:rect b="b" l="l" r="r" t="t"/>
              <a:pathLst>
                <a:path extrusionOk="0" h="283845" w="741679">
                  <a:moveTo>
                    <a:pt x="741172" y="0"/>
                  </a:moveTo>
                  <a:lnTo>
                    <a:pt x="697330" y="23689"/>
                  </a:lnTo>
                  <a:lnTo>
                    <a:pt x="653109" y="46600"/>
                  </a:lnTo>
                  <a:lnTo>
                    <a:pt x="608519" y="68729"/>
                  </a:lnTo>
                  <a:lnTo>
                    <a:pt x="563570" y="90072"/>
                  </a:lnTo>
                  <a:lnTo>
                    <a:pt x="518273" y="110625"/>
                  </a:lnTo>
                  <a:lnTo>
                    <a:pt x="472638" y="130383"/>
                  </a:lnTo>
                  <a:lnTo>
                    <a:pt x="426676" y="149344"/>
                  </a:lnTo>
                  <a:lnTo>
                    <a:pt x="380396" y="167501"/>
                  </a:lnTo>
                  <a:lnTo>
                    <a:pt x="333810" y="184853"/>
                  </a:lnTo>
                  <a:lnTo>
                    <a:pt x="286928" y="201393"/>
                  </a:lnTo>
                  <a:lnTo>
                    <a:pt x="239760" y="217119"/>
                  </a:lnTo>
                  <a:lnTo>
                    <a:pt x="192317" y="232027"/>
                  </a:lnTo>
                  <a:lnTo>
                    <a:pt x="144609" y="246111"/>
                  </a:lnTo>
                  <a:lnTo>
                    <a:pt x="96647" y="259369"/>
                  </a:lnTo>
                  <a:lnTo>
                    <a:pt x="48440" y="271796"/>
                  </a:lnTo>
                  <a:lnTo>
                    <a:pt x="0" y="283387"/>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30" name="Google Shape;230;p11"/>
            <p:cNvPicPr preferRelativeResize="0"/>
            <p:nvPr/>
          </p:nvPicPr>
          <p:blipFill rotWithShape="1">
            <a:blip r:embed="rId11">
              <a:alphaModFix/>
            </a:blip>
            <a:srcRect b="0" l="0" r="0" t="0"/>
            <a:stretch/>
          </p:blipFill>
          <p:spPr>
            <a:xfrm>
              <a:off x="3355848" y="5967979"/>
              <a:ext cx="1348739" cy="890017"/>
            </a:xfrm>
            <a:prstGeom prst="rect">
              <a:avLst/>
            </a:prstGeom>
            <a:noFill/>
            <a:ln>
              <a:noFill/>
            </a:ln>
          </p:spPr>
        </p:pic>
        <p:pic>
          <p:nvPicPr>
            <p:cNvPr id="231" name="Google Shape;231;p11"/>
            <p:cNvPicPr preferRelativeResize="0"/>
            <p:nvPr/>
          </p:nvPicPr>
          <p:blipFill rotWithShape="1">
            <a:blip r:embed="rId12">
              <a:alphaModFix/>
            </a:blip>
            <a:srcRect b="0" l="0" r="0" t="0"/>
            <a:stretch/>
          </p:blipFill>
          <p:spPr>
            <a:xfrm>
              <a:off x="3340608" y="6010653"/>
              <a:ext cx="1417319" cy="847343"/>
            </a:xfrm>
            <a:prstGeom prst="rect">
              <a:avLst/>
            </a:prstGeom>
            <a:noFill/>
            <a:ln>
              <a:noFill/>
            </a:ln>
          </p:spPr>
        </p:pic>
        <p:sp>
          <p:nvSpPr>
            <p:cNvPr id="232" name="Google Shape;232;p11"/>
            <p:cNvSpPr/>
            <p:nvPr/>
          </p:nvSpPr>
          <p:spPr>
            <a:xfrm>
              <a:off x="3398520" y="5987795"/>
              <a:ext cx="1268095" cy="822960"/>
            </a:xfrm>
            <a:custGeom>
              <a:rect b="b" l="l" r="r" t="t"/>
              <a:pathLst>
                <a:path extrusionOk="0" h="822959" w="1268095">
                  <a:moveTo>
                    <a:pt x="1130807" y="0"/>
                  </a:moveTo>
                  <a:lnTo>
                    <a:pt x="137159" y="0"/>
                  </a:lnTo>
                  <a:lnTo>
                    <a:pt x="93829" y="6992"/>
                  </a:lnTo>
                  <a:lnTo>
                    <a:pt x="56180" y="26462"/>
                  </a:lnTo>
                  <a:lnTo>
                    <a:pt x="26481" y="56153"/>
                  </a:lnTo>
                  <a:lnTo>
                    <a:pt x="6998" y="93805"/>
                  </a:lnTo>
                  <a:lnTo>
                    <a:pt x="0" y="137159"/>
                  </a:lnTo>
                  <a:lnTo>
                    <a:pt x="0" y="685799"/>
                  </a:lnTo>
                  <a:lnTo>
                    <a:pt x="6998" y="729152"/>
                  </a:lnTo>
                  <a:lnTo>
                    <a:pt x="26481" y="766804"/>
                  </a:lnTo>
                  <a:lnTo>
                    <a:pt x="56180" y="796495"/>
                  </a:lnTo>
                  <a:lnTo>
                    <a:pt x="93829" y="815967"/>
                  </a:lnTo>
                  <a:lnTo>
                    <a:pt x="137159" y="822959"/>
                  </a:lnTo>
                  <a:lnTo>
                    <a:pt x="1130807" y="822959"/>
                  </a:lnTo>
                  <a:lnTo>
                    <a:pt x="1174138" y="815967"/>
                  </a:lnTo>
                  <a:lnTo>
                    <a:pt x="1211787" y="796495"/>
                  </a:lnTo>
                  <a:lnTo>
                    <a:pt x="1241486" y="766804"/>
                  </a:lnTo>
                  <a:lnTo>
                    <a:pt x="1260969" y="729152"/>
                  </a:lnTo>
                  <a:lnTo>
                    <a:pt x="1267967" y="685799"/>
                  </a:lnTo>
                  <a:lnTo>
                    <a:pt x="1267967" y="137159"/>
                  </a:lnTo>
                  <a:lnTo>
                    <a:pt x="1260969" y="93805"/>
                  </a:lnTo>
                  <a:lnTo>
                    <a:pt x="1241486" y="56153"/>
                  </a:lnTo>
                  <a:lnTo>
                    <a:pt x="1211787" y="26462"/>
                  </a:lnTo>
                  <a:lnTo>
                    <a:pt x="1174138" y="6992"/>
                  </a:lnTo>
                  <a:lnTo>
                    <a:pt x="1130807"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33" name="Google Shape;233;p11"/>
          <p:cNvSpPr txBox="1"/>
          <p:nvPr/>
        </p:nvSpPr>
        <p:spPr>
          <a:xfrm>
            <a:off x="1754207" y="3059057"/>
            <a:ext cx="558334" cy="325233"/>
          </a:xfrm>
          <a:prstGeom prst="rect">
            <a:avLst/>
          </a:prstGeom>
          <a:noFill/>
          <a:ln>
            <a:noFill/>
          </a:ln>
        </p:spPr>
        <p:txBody>
          <a:bodyPr anchorCtr="0" anchor="t" bIns="0" lIns="0" spcFirstLastPara="1" rIns="0" wrap="square" tIns="17275">
            <a:spAutoFit/>
          </a:bodyPr>
          <a:lstStyle/>
          <a:p>
            <a:pPr indent="0" lvl="0" marL="6403" marR="2561" rtl="0" algn="ctr">
              <a:lnSpc>
                <a:spcPct val="109915"/>
              </a:lnSpc>
              <a:spcBef>
                <a:spcPts val="0"/>
              </a:spcBef>
              <a:spcAft>
                <a:spcPts val="0"/>
              </a:spcAft>
              <a:buNone/>
            </a:pPr>
            <a:r>
              <a:rPr lang="en-US" sz="706">
                <a:solidFill>
                  <a:srgbClr val="FFFFFF"/>
                </a:solidFill>
                <a:latin typeface="Calibri"/>
                <a:ea typeface="Calibri"/>
                <a:cs typeface="Calibri"/>
                <a:sym typeface="Calibri"/>
              </a:rPr>
              <a:t>Operating with  scare  resources</a:t>
            </a:r>
            <a:endParaRPr sz="706">
              <a:solidFill>
                <a:schemeClr val="dk1"/>
              </a:solidFill>
              <a:latin typeface="Calibri"/>
              <a:ea typeface="Calibri"/>
              <a:cs typeface="Calibri"/>
              <a:sym typeface="Calibri"/>
            </a:endParaRPr>
          </a:p>
        </p:txBody>
      </p:sp>
      <p:grpSp>
        <p:nvGrpSpPr>
          <p:cNvPr id="234" name="Google Shape;234;p11"/>
          <p:cNvGrpSpPr/>
          <p:nvPr/>
        </p:nvGrpSpPr>
        <p:grpSpPr>
          <a:xfrm>
            <a:off x="671537" y="2587854"/>
            <a:ext cx="1037592" cy="603520"/>
            <a:chOff x="1331975" y="5129784"/>
            <a:chExt cx="2058034" cy="1197064"/>
          </a:xfrm>
        </p:grpSpPr>
        <p:sp>
          <p:nvSpPr>
            <p:cNvPr id="235" name="Google Shape;235;p11"/>
            <p:cNvSpPr/>
            <p:nvPr/>
          </p:nvSpPr>
          <p:spPr>
            <a:xfrm>
              <a:off x="2537840" y="5978233"/>
              <a:ext cx="852169" cy="348615"/>
            </a:xfrm>
            <a:custGeom>
              <a:rect b="b" l="l" r="r" t="t"/>
              <a:pathLst>
                <a:path extrusionOk="0" h="348614" w="852170">
                  <a:moveTo>
                    <a:pt x="851788" y="348221"/>
                  </a:moveTo>
                  <a:lnTo>
                    <a:pt x="801769" y="336214"/>
                  </a:lnTo>
                  <a:lnTo>
                    <a:pt x="752005" y="323319"/>
                  </a:lnTo>
                  <a:lnTo>
                    <a:pt x="702509" y="309540"/>
                  </a:lnTo>
                  <a:lnTo>
                    <a:pt x="653293" y="294882"/>
                  </a:lnTo>
                  <a:lnTo>
                    <a:pt x="604366" y="279350"/>
                  </a:lnTo>
                  <a:lnTo>
                    <a:pt x="555742" y="262948"/>
                  </a:lnTo>
                  <a:lnTo>
                    <a:pt x="507431" y="245681"/>
                  </a:lnTo>
                  <a:lnTo>
                    <a:pt x="459446" y="227554"/>
                  </a:lnTo>
                  <a:lnTo>
                    <a:pt x="411797" y="208572"/>
                  </a:lnTo>
                  <a:lnTo>
                    <a:pt x="364496" y="188738"/>
                  </a:lnTo>
                  <a:lnTo>
                    <a:pt x="317555" y="168058"/>
                  </a:lnTo>
                  <a:lnTo>
                    <a:pt x="270985" y="146537"/>
                  </a:lnTo>
                  <a:lnTo>
                    <a:pt x="224797" y="124179"/>
                  </a:lnTo>
                  <a:lnTo>
                    <a:pt x="179003" y="100989"/>
                  </a:lnTo>
                  <a:lnTo>
                    <a:pt x="133615" y="76971"/>
                  </a:lnTo>
                  <a:lnTo>
                    <a:pt x="88644" y="52131"/>
                  </a:lnTo>
                  <a:lnTo>
                    <a:pt x="44102" y="26472"/>
                  </a:lnTo>
                  <a:lnTo>
                    <a:pt x="0" y="0"/>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36" name="Google Shape;236;p11"/>
            <p:cNvPicPr preferRelativeResize="0"/>
            <p:nvPr/>
          </p:nvPicPr>
          <p:blipFill rotWithShape="1">
            <a:blip r:embed="rId7">
              <a:alphaModFix/>
            </a:blip>
            <a:srcRect b="0" l="0" r="0" t="0"/>
            <a:stretch/>
          </p:blipFill>
          <p:spPr>
            <a:xfrm>
              <a:off x="1331975" y="5129784"/>
              <a:ext cx="1348739" cy="903719"/>
            </a:xfrm>
            <a:prstGeom prst="rect">
              <a:avLst/>
            </a:prstGeom>
            <a:noFill/>
            <a:ln>
              <a:noFill/>
            </a:ln>
          </p:spPr>
        </p:pic>
        <p:pic>
          <p:nvPicPr>
            <p:cNvPr id="237" name="Google Shape;237;p11"/>
            <p:cNvPicPr preferRelativeResize="0"/>
            <p:nvPr/>
          </p:nvPicPr>
          <p:blipFill rotWithShape="1">
            <a:blip r:embed="rId13">
              <a:alphaModFix/>
            </a:blip>
            <a:srcRect b="0" l="0" r="0" t="0"/>
            <a:stretch/>
          </p:blipFill>
          <p:spPr>
            <a:xfrm>
              <a:off x="1476755" y="5269992"/>
              <a:ext cx="1095743" cy="655307"/>
            </a:xfrm>
            <a:prstGeom prst="rect">
              <a:avLst/>
            </a:prstGeom>
            <a:noFill/>
            <a:ln>
              <a:noFill/>
            </a:ln>
          </p:spPr>
        </p:pic>
        <p:sp>
          <p:nvSpPr>
            <p:cNvPr id="238" name="Google Shape;238;p11"/>
            <p:cNvSpPr/>
            <p:nvPr/>
          </p:nvSpPr>
          <p:spPr>
            <a:xfrm>
              <a:off x="1374647" y="5149596"/>
              <a:ext cx="1268095" cy="822960"/>
            </a:xfrm>
            <a:custGeom>
              <a:rect b="b" l="l" r="r" t="t"/>
              <a:pathLst>
                <a:path extrusionOk="0" h="822960" w="1268095">
                  <a:moveTo>
                    <a:pt x="1130808" y="0"/>
                  </a:moveTo>
                  <a:lnTo>
                    <a:pt x="137160" y="0"/>
                  </a:lnTo>
                  <a:lnTo>
                    <a:pt x="93829" y="6998"/>
                  </a:lnTo>
                  <a:lnTo>
                    <a:pt x="56180" y="26481"/>
                  </a:lnTo>
                  <a:lnTo>
                    <a:pt x="26481" y="56180"/>
                  </a:lnTo>
                  <a:lnTo>
                    <a:pt x="6998" y="93829"/>
                  </a:lnTo>
                  <a:lnTo>
                    <a:pt x="0" y="137159"/>
                  </a:lnTo>
                  <a:lnTo>
                    <a:pt x="0" y="685799"/>
                  </a:lnTo>
                  <a:lnTo>
                    <a:pt x="6998" y="729154"/>
                  </a:lnTo>
                  <a:lnTo>
                    <a:pt x="26481" y="766806"/>
                  </a:lnTo>
                  <a:lnTo>
                    <a:pt x="56180" y="796497"/>
                  </a:lnTo>
                  <a:lnTo>
                    <a:pt x="93829" y="815967"/>
                  </a:lnTo>
                  <a:lnTo>
                    <a:pt x="137160" y="822959"/>
                  </a:lnTo>
                  <a:lnTo>
                    <a:pt x="1130808" y="822959"/>
                  </a:lnTo>
                  <a:lnTo>
                    <a:pt x="1174138" y="815967"/>
                  </a:lnTo>
                  <a:lnTo>
                    <a:pt x="1211787" y="796497"/>
                  </a:lnTo>
                  <a:lnTo>
                    <a:pt x="1241486" y="766806"/>
                  </a:lnTo>
                  <a:lnTo>
                    <a:pt x="1260969" y="729154"/>
                  </a:lnTo>
                  <a:lnTo>
                    <a:pt x="1267968" y="685799"/>
                  </a:lnTo>
                  <a:lnTo>
                    <a:pt x="1267968" y="137159"/>
                  </a:lnTo>
                  <a:lnTo>
                    <a:pt x="1260969" y="93829"/>
                  </a:lnTo>
                  <a:lnTo>
                    <a:pt x="1241486" y="56180"/>
                  </a:lnTo>
                  <a:lnTo>
                    <a:pt x="1211787" y="26481"/>
                  </a:lnTo>
                  <a:lnTo>
                    <a:pt x="1174138" y="6998"/>
                  </a:lnTo>
                  <a:lnTo>
                    <a:pt x="1130808"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39" name="Google Shape;239;p11"/>
          <p:cNvSpPr txBox="1"/>
          <p:nvPr/>
        </p:nvSpPr>
        <p:spPr>
          <a:xfrm>
            <a:off x="814323" y="2685498"/>
            <a:ext cx="395380" cy="222641"/>
          </a:xfrm>
          <a:prstGeom prst="rect">
            <a:avLst/>
          </a:prstGeom>
          <a:noFill/>
          <a:ln>
            <a:noFill/>
          </a:ln>
        </p:spPr>
        <p:txBody>
          <a:bodyPr anchorCtr="0" anchor="t" bIns="0" lIns="0" spcFirstLastPara="1" rIns="0" wrap="square" tIns="17275">
            <a:spAutoFit/>
          </a:bodyPr>
          <a:lstStyle/>
          <a:p>
            <a:pPr indent="-33938" lvl="0" marL="40021" marR="2561" rtl="0" algn="l">
              <a:lnSpc>
                <a:spcPct val="109915"/>
              </a:lnSpc>
              <a:spcBef>
                <a:spcPts val="0"/>
              </a:spcBef>
              <a:spcAft>
                <a:spcPts val="0"/>
              </a:spcAft>
              <a:buNone/>
            </a:pPr>
            <a:r>
              <a:rPr lang="en-US" sz="706">
                <a:solidFill>
                  <a:srgbClr val="FFFFFF"/>
                </a:solidFill>
                <a:latin typeface="Calibri"/>
                <a:ea typeface="Calibri"/>
                <a:cs typeface="Calibri"/>
                <a:sym typeface="Calibri"/>
              </a:rPr>
              <a:t>Difficult to  measure</a:t>
            </a:r>
            <a:endParaRPr sz="706">
              <a:solidFill>
                <a:schemeClr val="dk1"/>
              </a:solidFill>
              <a:latin typeface="Calibri"/>
              <a:ea typeface="Calibri"/>
              <a:cs typeface="Calibri"/>
              <a:sym typeface="Calibri"/>
            </a:endParaRPr>
          </a:p>
        </p:txBody>
      </p:sp>
      <p:grpSp>
        <p:nvGrpSpPr>
          <p:cNvPr id="240" name="Google Shape;240;p11"/>
          <p:cNvGrpSpPr/>
          <p:nvPr/>
        </p:nvGrpSpPr>
        <p:grpSpPr>
          <a:xfrm>
            <a:off x="248946" y="1567491"/>
            <a:ext cx="679221" cy="1024908"/>
            <a:chOff x="493776" y="3105924"/>
            <a:chExt cx="1347216" cy="2032877"/>
          </a:xfrm>
        </p:grpSpPr>
        <p:sp>
          <p:nvSpPr>
            <p:cNvPr id="241" name="Google Shape;241;p11"/>
            <p:cNvSpPr/>
            <p:nvPr/>
          </p:nvSpPr>
          <p:spPr>
            <a:xfrm>
              <a:off x="1202131" y="3962146"/>
              <a:ext cx="458470" cy="1176655"/>
            </a:xfrm>
            <a:custGeom>
              <a:rect b="b" l="l" r="r" t="t"/>
              <a:pathLst>
                <a:path extrusionOk="0" h="1176654" w="458469">
                  <a:moveTo>
                    <a:pt x="458139" y="1176401"/>
                  </a:moveTo>
                  <a:lnTo>
                    <a:pt x="429927" y="1133800"/>
                  </a:lnTo>
                  <a:lnTo>
                    <a:pt x="402506" y="1090742"/>
                  </a:lnTo>
                  <a:lnTo>
                    <a:pt x="375878" y="1047238"/>
                  </a:lnTo>
                  <a:lnTo>
                    <a:pt x="350050" y="1003297"/>
                  </a:lnTo>
                  <a:lnTo>
                    <a:pt x="325024" y="958933"/>
                  </a:lnTo>
                  <a:lnTo>
                    <a:pt x="300807" y="914156"/>
                  </a:lnTo>
                  <a:lnTo>
                    <a:pt x="277401" y="868977"/>
                  </a:lnTo>
                  <a:lnTo>
                    <a:pt x="254813" y="823408"/>
                  </a:lnTo>
                  <a:lnTo>
                    <a:pt x="233045" y="777460"/>
                  </a:lnTo>
                  <a:lnTo>
                    <a:pt x="212102" y="731145"/>
                  </a:lnTo>
                  <a:lnTo>
                    <a:pt x="191989" y="684473"/>
                  </a:lnTo>
                  <a:lnTo>
                    <a:pt x="172710" y="637456"/>
                  </a:lnTo>
                  <a:lnTo>
                    <a:pt x="154270" y="590106"/>
                  </a:lnTo>
                  <a:lnTo>
                    <a:pt x="136673" y="542434"/>
                  </a:lnTo>
                  <a:lnTo>
                    <a:pt x="119923" y="494450"/>
                  </a:lnTo>
                  <a:lnTo>
                    <a:pt x="104025" y="446167"/>
                  </a:lnTo>
                  <a:lnTo>
                    <a:pt x="88983" y="397595"/>
                  </a:lnTo>
                  <a:lnTo>
                    <a:pt x="74802" y="348747"/>
                  </a:lnTo>
                  <a:lnTo>
                    <a:pt x="61485" y="299632"/>
                  </a:lnTo>
                  <a:lnTo>
                    <a:pt x="49038" y="250264"/>
                  </a:lnTo>
                  <a:lnTo>
                    <a:pt x="37465" y="200652"/>
                  </a:lnTo>
                  <a:lnTo>
                    <a:pt x="26770" y="150808"/>
                  </a:lnTo>
                  <a:lnTo>
                    <a:pt x="16958" y="100744"/>
                  </a:lnTo>
                  <a:lnTo>
                    <a:pt x="8033" y="50471"/>
                  </a:lnTo>
                  <a:lnTo>
                    <a:pt x="0" y="0"/>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42" name="Google Shape;242;p11"/>
            <p:cNvPicPr preferRelativeResize="0"/>
            <p:nvPr/>
          </p:nvPicPr>
          <p:blipFill rotWithShape="1">
            <a:blip r:embed="rId14">
              <a:alphaModFix/>
            </a:blip>
            <a:srcRect b="0" l="0" r="0" t="0"/>
            <a:stretch/>
          </p:blipFill>
          <p:spPr>
            <a:xfrm>
              <a:off x="493776" y="3105924"/>
              <a:ext cx="1347216" cy="903719"/>
            </a:xfrm>
            <a:prstGeom prst="rect">
              <a:avLst/>
            </a:prstGeom>
            <a:noFill/>
            <a:ln>
              <a:noFill/>
            </a:ln>
          </p:spPr>
        </p:pic>
        <p:pic>
          <p:nvPicPr>
            <p:cNvPr id="243" name="Google Shape;243;p11"/>
            <p:cNvPicPr preferRelativeResize="0"/>
            <p:nvPr/>
          </p:nvPicPr>
          <p:blipFill rotWithShape="1">
            <a:blip r:embed="rId15">
              <a:alphaModFix/>
            </a:blip>
            <a:srcRect b="0" l="0" r="0" t="0"/>
            <a:stretch/>
          </p:blipFill>
          <p:spPr>
            <a:xfrm>
              <a:off x="536448" y="3246132"/>
              <a:ext cx="1261884" cy="655307"/>
            </a:xfrm>
            <a:prstGeom prst="rect">
              <a:avLst/>
            </a:prstGeom>
            <a:noFill/>
            <a:ln>
              <a:noFill/>
            </a:ln>
          </p:spPr>
        </p:pic>
        <p:sp>
          <p:nvSpPr>
            <p:cNvPr id="244" name="Google Shape;244;p11"/>
            <p:cNvSpPr/>
            <p:nvPr/>
          </p:nvSpPr>
          <p:spPr>
            <a:xfrm>
              <a:off x="536448" y="3125724"/>
              <a:ext cx="1266825" cy="822960"/>
            </a:xfrm>
            <a:custGeom>
              <a:rect b="b" l="l" r="r" t="t"/>
              <a:pathLst>
                <a:path extrusionOk="0" h="822960" w="1266825">
                  <a:moveTo>
                    <a:pt x="1129283" y="0"/>
                  </a:moveTo>
                  <a:lnTo>
                    <a:pt x="137159" y="0"/>
                  </a:lnTo>
                  <a:lnTo>
                    <a:pt x="93805" y="6998"/>
                  </a:lnTo>
                  <a:lnTo>
                    <a:pt x="56153" y="26481"/>
                  </a:lnTo>
                  <a:lnTo>
                    <a:pt x="26462" y="56180"/>
                  </a:lnTo>
                  <a:lnTo>
                    <a:pt x="6992" y="93829"/>
                  </a:lnTo>
                  <a:lnTo>
                    <a:pt x="0" y="137160"/>
                  </a:lnTo>
                  <a:lnTo>
                    <a:pt x="0" y="685800"/>
                  </a:lnTo>
                  <a:lnTo>
                    <a:pt x="6992" y="729130"/>
                  </a:lnTo>
                  <a:lnTo>
                    <a:pt x="26462" y="766779"/>
                  </a:lnTo>
                  <a:lnTo>
                    <a:pt x="56153" y="796478"/>
                  </a:lnTo>
                  <a:lnTo>
                    <a:pt x="93805" y="815961"/>
                  </a:lnTo>
                  <a:lnTo>
                    <a:pt x="137159" y="822959"/>
                  </a:lnTo>
                  <a:lnTo>
                    <a:pt x="1129283" y="822959"/>
                  </a:lnTo>
                  <a:lnTo>
                    <a:pt x="1172614" y="815961"/>
                  </a:lnTo>
                  <a:lnTo>
                    <a:pt x="1210263" y="796478"/>
                  </a:lnTo>
                  <a:lnTo>
                    <a:pt x="1239962" y="766779"/>
                  </a:lnTo>
                  <a:lnTo>
                    <a:pt x="1259445" y="729130"/>
                  </a:lnTo>
                  <a:lnTo>
                    <a:pt x="1266444" y="685800"/>
                  </a:lnTo>
                  <a:lnTo>
                    <a:pt x="1266444" y="137160"/>
                  </a:lnTo>
                  <a:lnTo>
                    <a:pt x="1259445" y="93829"/>
                  </a:lnTo>
                  <a:lnTo>
                    <a:pt x="1239962" y="56180"/>
                  </a:lnTo>
                  <a:lnTo>
                    <a:pt x="1210263" y="26481"/>
                  </a:lnTo>
                  <a:lnTo>
                    <a:pt x="1172614" y="6998"/>
                  </a:lnTo>
                  <a:lnTo>
                    <a:pt x="1129283"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45" name="Google Shape;245;p11"/>
          <p:cNvSpPr txBox="1"/>
          <p:nvPr/>
        </p:nvSpPr>
        <p:spPr>
          <a:xfrm>
            <a:off x="340123" y="1664937"/>
            <a:ext cx="499107" cy="222641"/>
          </a:xfrm>
          <a:prstGeom prst="rect">
            <a:avLst/>
          </a:prstGeom>
          <a:noFill/>
          <a:ln>
            <a:noFill/>
          </a:ln>
        </p:spPr>
        <p:txBody>
          <a:bodyPr anchorCtr="0" anchor="t" bIns="0" lIns="0" spcFirstLastPara="1" rIns="0" wrap="square" tIns="17275">
            <a:spAutoFit/>
          </a:bodyPr>
          <a:lstStyle/>
          <a:p>
            <a:pPr indent="84524" lvl="0" marL="6403" marR="2561" rtl="0" algn="l">
              <a:lnSpc>
                <a:spcPct val="109915"/>
              </a:lnSpc>
              <a:spcBef>
                <a:spcPts val="0"/>
              </a:spcBef>
              <a:spcAft>
                <a:spcPts val="0"/>
              </a:spcAft>
              <a:buNone/>
            </a:pPr>
            <a:r>
              <a:rPr lang="en-US" sz="706">
                <a:solidFill>
                  <a:srgbClr val="FFFFFF"/>
                </a:solidFill>
                <a:latin typeface="Calibri"/>
                <a:ea typeface="Calibri"/>
                <a:cs typeface="Calibri"/>
                <a:sym typeface="Calibri"/>
              </a:rPr>
              <a:t>Complex  causal Chains</a:t>
            </a:r>
            <a:endParaRPr sz="706">
              <a:solidFill>
                <a:schemeClr val="dk1"/>
              </a:solidFill>
              <a:latin typeface="Calibri"/>
              <a:ea typeface="Calibri"/>
              <a:cs typeface="Calibri"/>
              <a:sym typeface="Calibri"/>
            </a:endParaRPr>
          </a:p>
        </p:txBody>
      </p:sp>
      <p:grpSp>
        <p:nvGrpSpPr>
          <p:cNvPr id="246" name="Google Shape;246;p11"/>
          <p:cNvGrpSpPr/>
          <p:nvPr/>
        </p:nvGrpSpPr>
        <p:grpSpPr>
          <a:xfrm>
            <a:off x="606074" y="546334"/>
            <a:ext cx="745453" cy="1024608"/>
            <a:chOff x="1202131" y="1080490"/>
            <a:chExt cx="1478583" cy="2032280"/>
          </a:xfrm>
        </p:grpSpPr>
        <p:sp>
          <p:nvSpPr>
            <p:cNvPr id="247" name="Google Shape;247;p11"/>
            <p:cNvSpPr/>
            <p:nvPr/>
          </p:nvSpPr>
          <p:spPr>
            <a:xfrm>
              <a:off x="1202131" y="1936115"/>
              <a:ext cx="458470" cy="1176655"/>
            </a:xfrm>
            <a:custGeom>
              <a:rect b="b" l="l" r="r" t="t"/>
              <a:pathLst>
                <a:path extrusionOk="0" h="1176655" w="458469">
                  <a:moveTo>
                    <a:pt x="0" y="1176527"/>
                  </a:moveTo>
                  <a:lnTo>
                    <a:pt x="8033" y="1126056"/>
                  </a:lnTo>
                  <a:lnTo>
                    <a:pt x="16958" y="1075783"/>
                  </a:lnTo>
                  <a:lnTo>
                    <a:pt x="26770" y="1025719"/>
                  </a:lnTo>
                  <a:lnTo>
                    <a:pt x="37465" y="975875"/>
                  </a:lnTo>
                  <a:lnTo>
                    <a:pt x="49038" y="926262"/>
                  </a:lnTo>
                  <a:lnTo>
                    <a:pt x="61485" y="876893"/>
                  </a:lnTo>
                  <a:lnTo>
                    <a:pt x="74802" y="827777"/>
                  </a:lnTo>
                  <a:lnTo>
                    <a:pt x="88983" y="778927"/>
                  </a:lnTo>
                  <a:lnTo>
                    <a:pt x="104025" y="730354"/>
                  </a:lnTo>
                  <a:lnTo>
                    <a:pt x="119923" y="682069"/>
                  </a:lnTo>
                  <a:lnTo>
                    <a:pt x="136673" y="634083"/>
                  </a:lnTo>
                  <a:lnTo>
                    <a:pt x="154270" y="586407"/>
                  </a:lnTo>
                  <a:lnTo>
                    <a:pt x="172710" y="539053"/>
                  </a:lnTo>
                  <a:lnTo>
                    <a:pt x="191989" y="492032"/>
                  </a:lnTo>
                  <a:lnTo>
                    <a:pt x="212102" y="445355"/>
                  </a:lnTo>
                  <a:lnTo>
                    <a:pt x="233045" y="399034"/>
                  </a:lnTo>
                  <a:lnTo>
                    <a:pt x="254813" y="353079"/>
                  </a:lnTo>
                  <a:lnTo>
                    <a:pt x="277401" y="307503"/>
                  </a:lnTo>
                  <a:lnTo>
                    <a:pt x="300807" y="262316"/>
                  </a:lnTo>
                  <a:lnTo>
                    <a:pt x="325024" y="217529"/>
                  </a:lnTo>
                  <a:lnTo>
                    <a:pt x="350050" y="173154"/>
                  </a:lnTo>
                  <a:lnTo>
                    <a:pt x="375878" y="129203"/>
                  </a:lnTo>
                  <a:lnTo>
                    <a:pt x="402506" y="85686"/>
                  </a:lnTo>
                  <a:lnTo>
                    <a:pt x="429927" y="42614"/>
                  </a:lnTo>
                  <a:lnTo>
                    <a:pt x="458139" y="0"/>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48" name="Google Shape;248;p11"/>
            <p:cNvPicPr preferRelativeResize="0"/>
            <p:nvPr/>
          </p:nvPicPr>
          <p:blipFill rotWithShape="1">
            <a:blip r:embed="rId5">
              <a:alphaModFix/>
            </a:blip>
            <a:srcRect b="0" l="0" r="0" t="0"/>
            <a:stretch/>
          </p:blipFill>
          <p:spPr>
            <a:xfrm>
              <a:off x="1331975" y="1080490"/>
              <a:ext cx="1348739" cy="905281"/>
            </a:xfrm>
            <a:prstGeom prst="rect">
              <a:avLst/>
            </a:prstGeom>
            <a:noFill/>
            <a:ln>
              <a:noFill/>
            </a:ln>
          </p:spPr>
        </p:pic>
        <p:pic>
          <p:nvPicPr>
            <p:cNvPr id="249" name="Google Shape;249;p11"/>
            <p:cNvPicPr preferRelativeResize="0"/>
            <p:nvPr/>
          </p:nvPicPr>
          <p:blipFill rotWithShape="1">
            <a:blip r:embed="rId16">
              <a:alphaModFix/>
            </a:blip>
            <a:srcRect b="0" l="0" r="0" t="0"/>
            <a:stretch/>
          </p:blipFill>
          <p:spPr>
            <a:xfrm>
              <a:off x="1417319" y="1124686"/>
              <a:ext cx="1214615" cy="850417"/>
            </a:xfrm>
            <a:prstGeom prst="rect">
              <a:avLst/>
            </a:prstGeom>
            <a:noFill/>
            <a:ln>
              <a:noFill/>
            </a:ln>
          </p:spPr>
        </p:pic>
        <p:sp>
          <p:nvSpPr>
            <p:cNvPr id="250" name="Google Shape;250;p11"/>
            <p:cNvSpPr/>
            <p:nvPr/>
          </p:nvSpPr>
          <p:spPr>
            <a:xfrm>
              <a:off x="1374647" y="1100328"/>
              <a:ext cx="1268095" cy="824865"/>
            </a:xfrm>
            <a:custGeom>
              <a:rect b="b" l="l" r="r" t="t"/>
              <a:pathLst>
                <a:path extrusionOk="0" h="824864" w="1268095">
                  <a:moveTo>
                    <a:pt x="1130554" y="0"/>
                  </a:moveTo>
                  <a:lnTo>
                    <a:pt x="137414" y="0"/>
                  </a:lnTo>
                  <a:lnTo>
                    <a:pt x="93959" y="7000"/>
                  </a:lnTo>
                  <a:lnTo>
                    <a:pt x="56235" y="26497"/>
                  </a:lnTo>
                  <a:lnTo>
                    <a:pt x="26497" y="56235"/>
                  </a:lnTo>
                  <a:lnTo>
                    <a:pt x="7000" y="93959"/>
                  </a:lnTo>
                  <a:lnTo>
                    <a:pt x="0" y="137413"/>
                  </a:lnTo>
                  <a:lnTo>
                    <a:pt x="0" y="687070"/>
                  </a:lnTo>
                  <a:lnTo>
                    <a:pt x="7000" y="730524"/>
                  </a:lnTo>
                  <a:lnTo>
                    <a:pt x="26497" y="768248"/>
                  </a:lnTo>
                  <a:lnTo>
                    <a:pt x="56235" y="797986"/>
                  </a:lnTo>
                  <a:lnTo>
                    <a:pt x="93959" y="817483"/>
                  </a:lnTo>
                  <a:lnTo>
                    <a:pt x="137414" y="824484"/>
                  </a:lnTo>
                  <a:lnTo>
                    <a:pt x="1130554" y="824484"/>
                  </a:lnTo>
                  <a:lnTo>
                    <a:pt x="1174008" y="817483"/>
                  </a:lnTo>
                  <a:lnTo>
                    <a:pt x="1211732" y="797986"/>
                  </a:lnTo>
                  <a:lnTo>
                    <a:pt x="1241470" y="768248"/>
                  </a:lnTo>
                  <a:lnTo>
                    <a:pt x="1260967" y="730524"/>
                  </a:lnTo>
                  <a:lnTo>
                    <a:pt x="1267968" y="687070"/>
                  </a:lnTo>
                  <a:lnTo>
                    <a:pt x="1267968" y="137413"/>
                  </a:lnTo>
                  <a:lnTo>
                    <a:pt x="1260967" y="93959"/>
                  </a:lnTo>
                  <a:lnTo>
                    <a:pt x="1241470" y="56235"/>
                  </a:lnTo>
                  <a:lnTo>
                    <a:pt x="1211732" y="26497"/>
                  </a:lnTo>
                  <a:lnTo>
                    <a:pt x="1174008" y="7000"/>
                  </a:lnTo>
                  <a:lnTo>
                    <a:pt x="1130554"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51" name="Google Shape;251;p11"/>
          <p:cNvSpPr txBox="1"/>
          <p:nvPr/>
        </p:nvSpPr>
        <p:spPr>
          <a:xfrm>
            <a:off x="784357" y="595137"/>
            <a:ext cx="455247" cy="325233"/>
          </a:xfrm>
          <a:prstGeom prst="rect">
            <a:avLst/>
          </a:prstGeom>
          <a:noFill/>
          <a:ln>
            <a:noFill/>
          </a:ln>
        </p:spPr>
        <p:txBody>
          <a:bodyPr anchorCtr="0" anchor="t" bIns="0" lIns="0" spcFirstLastPara="1" rIns="0" wrap="square" tIns="17275">
            <a:spAutoFit/>
          </a:bodyPr>
          <a:lstStyle/>
          <a:p>
            <a:pPr indent="6083" lvl="0" marL="6403" marR="2561" rtl="0" algn="just">
              <a:lnSpc>
                <a:spcPct val="109915"/>
              </a:lnSpc>
              <a:spcBef>
                <a:spcPts val="0"/>
              </a:spcBef>
              <a:spcAft>
                <a:spcPts val="0"/>
              </a:spcAft>
              <a:buNone/>
            </a:pPr>
            <a:r>
              <a:rPr lang="en-US" sz="706">
                <a:solidFill>
                  <a:srgbClr val="FFFFFF"/>
                </a:solidFill>
                <a:latin typeface="Calibri"/>
                <a:ea typeface="Calibri"/>
                <a:cs typeface="Calibri"/>
                <a:sym typeface="Calibri"/>
              </a:rPr>
              <a:t>Unbounded  Systems, No  Experiment</a:t>
            </a:r>
            <a:endParaRPr sz="706">
              <a:solidFill>
                <a:schemeClr val="dk1"/>
              </a:solidFill>
              <a:latin typeface="Calibri"/>
              <a:ea typeface="Calibri"/>
              <a:cs typeface="Calibri"/>
              <a:sym typeface="Calibri"/>
            </a:endParaRPr>
          </a:p>
        </p:txBody>
      </p:sp>
      <p:grpSp>
        <p:nvGrpSpPr>
          <p:cNvPr id="252" name="Google Shape;252;p11"/>
          <p:cNvGrpSpPr/>
          <p:nvPr/>
        </p:nvGrpSpPr>
        <p:grpSpPr>
          <a:xfrm>
            <a:off x="1279495" y="123742"/>
            <a:ext cx="1709386" cy="456413"/>
            <a:chOff x="2537841" y="242290"/>
            <a:chExt cx="3390518" cy="905281"/>
          </a:xfrm>
        </p:grpSpPr>
        <p:sp>
          <p:nvSpPr>
            <p:cNvPr id="253" name="Google Shape;253;p11"/>
            <p:cNvSpPr/>
            <p:nvPr/>
          </p:nvSpPr>
          <p:spPr>
            <a:xfrm>
              <a:off x="2537841" y="748283"/>
              <a:ext cx="852169" cy="348615"/>
            </a:xfrm>
            <a:custGeom>
              <a:rect b="b" l="l" r="r" t="t"/>
              <a:pathLst>
                <a:path extrusionOk="0" h="348615" w="852170">
                  <a:moveTo>
                    <a:pt x="0" y="348233"/>
                  </a:moveTo>
                  <a:lnTo>
                    <a:pt x="44102" y="321757"/>
                  </a:lnTo>
                  <a:lnTo>
                    <a:pt x="88644" y="296095"/>
                  </a:lnTo>
                  <a:lnTo>
                    <a:pt x="133615" y="271250"/>
                  </a:lnTo>
                  <a:lnTo>
                    <a:pt x="179003" y="247229"/>
                  </a:lnTo>
                  <a:lnTo>
                    <a:pt x="224797" y="224036"/>
                  </a:lnTo>
                  <a:lnTo>
                    <a:pt x="270985" y="201675"/>
                  </a:lnTo>
                  <a:lnTo>
                    <a:pt x="317555" y="180152"/>
                  </a:lnTo>
                  <a:lnTo>
                    <a:pt x="364496" y="159471"/>
                  </a:lnTo>
                  <a:lnTo>
                    <a:pt x="411797" y="139636"/>
                  </a:lnTo>
                  <a:lnTo>
                    <a:pt x="459446" y="120653"/>
                  </a:lnTo>
                  <a:lnTo>
                    <a:pt x="507431" y="102525"/>
                  </a:lnTo>
                  <a:lnTo>
                    <a:pt x="555742" y="85259"/>
                  </a:lnTo>
                  <a:lnTo>
                    <a:pt x="604366" y="68858"/>
                  </a:lnTo>
                  <a:lnTo>
                    <a:pt x="653293" y="53327"/>
                  </a:lnTo>
                  <a:lnTo>
                    <a:pt x="702509" y="38671"/>
                  </a:lnTo>
                  <a:lnTo>
                    <a:pt x="752005" y="24895"/>
                  </a:lnTo>
                  <a:lnTo>
                    <a:pt x="801769" y="12003"/>
                  </a:lnTo>
                  <a:lnTo>
                    <a:pt x="851788" y="0"/>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54" name="Google Shape;254;p11"/>
            <p:cNvPicPr preferRelativeResize="0"/>
            <p:nvPr/>
          </p:nvPicPr>
          <p:blipFill rotWithShape="1">
            <a:blip r:embed="rId5">
              <a:alphaModFix/>
            </a:blip>
            <a:srcRect b="0" l="0" r="0" t="0"/>
            <a:stretch/>
          </p:blipFill>
          <p:spPr>
            <a:xfrm>
              <a:off x="4579620" y="242290"/>
              <a:ext cx="1348739" cy="905281"/>
            </a:xfrm>
            <a:prstGeom prst="rect">
              <a:avLst/>
            </a:prstGeom>
            <a:noFill/>
            <a:ln>
              <a:noFill/>
            </a:ln>
          </p:spPr>
        </p:pic>
        <p:pic>
          <p:nvPicPr>
            <p:cNvPr id="255" name="Google Shape;255;p11"/>
            <p:cNvPicPr preferRelativeResize="0"/>
            <p:nvPr/>
          </p:nvPicPr>
          <p:blipFill rotWithShape="1">
            <a:blip r:embed="rId17">
              <a:alphaModFix/>
            </a:blip>
            <a:srcRect b="0" l="0" r="0" t="0"/>
            <a:stretch/>
          </p:blipFill>
          <p:spPr>
            <a:xfrm>
              <a:off x="4657344" y="286486"/>
              <a:ext cx="1229868" cy="850417"/>
            </a:xfrm>
            <a:prstGeom prst="rect">
              <a:avLst/>
            </a:prstGeom>
            <a:noFill/>
            <a:ln>
              <a:noFill/>
            </a:ln>
          </p:spPr>
        </p:pic>
        <p:sp>
          <p:nvSpPr>
            <p:cNvPr id="256" name="Google Shape;256;p11"/>
            <p:cNvSpPr/>
            <p:nvPr/>
          </p:nvSpPr>
          <p:spPr>
            <a:xfrm>
              <a:off x="4622292" y="262127"/>
              <a:ext cx="1268095" cy="824865"/>
            </a:xfrm>
            <a:custGeom>
              <a:rect b="b" l="l" r="r" t="t"/>
              <a:pathLst>
                <a:path extrusionOk="0" h="824865" w="1268095">
                  <a:moveTo>
                    <a:pt x="1130554" y="0"/>
                  </a:moveTo>
                  <a:lnTo>
                    <a:pt x="137413" y="0"/>
                  </a:lnTo>
                  <a:lnTo>
                    <a:pt x="93959" y="7000"/>
                  </a:lnTo>
                  <a:lnTo>
                    <a:pt x="56235" y="26497"/>
                  </a:lnTo>
                  <a:lnTo>
                    <a:pt x="26497" y="56235"/>
                  </a:lnTo>
                  <a:lnTo>
                    <a:pt x="7000" y="93959"/>
                  </a:lnTo>
                  <a:lnTo>
                    <a:pt x="0" y="137413"/>
                  </a:lnTo>
                  <a:lnTo>
                    <a:pt x="0" y="687070"/>
                  </a:lnTo>
                  <a:lnTo>
                    <a:pt x="7000" y="730524"/>
                  </a:lnTo>
                  <a:lnTo>
                    <a:pt x="26497" y="768248"/>
                  </a:lnTo>
                  <a:lnTo>
                    <a:pt x="56235" y="797986"/>
                  </a:lnTo>
                  <a:lnTo>
                    <a:pt x="93959" y="817483"/>
                  </a:lnTo>
                  <a:lnTo>
                    <a:pt x="137413" y="824484"/>
                  </a:lnTo>
                  <a:lnTo>
                    <a:pt x="1130554" y="824484"/>
                  </a:lnTo>
                  <a:lnTo>
                    <a:pt x="1174008" y="817483"/>
                  </a:lnTo>
                  <a:lnTo>
                    <a:pt x="1211732" y="797986"/>
                  </a:lnTo>
                  <a:lnTo>
                    <a:pt x="1241470" y="768248"/>
                  </a:lnTo>
                  <a:lnTo>
                    <a:pt x="1260967" y="730524"/>
                  </a:lnTo>
                  <a:lnTo>
                    <a:pt x="1267968" y="687070"/>
                  </a:lnTo>
                  <a:lnTo>
                    <a:pt x="1267968" y="137413"/>
                  </a:lnTo>
                  <a:lnTo>
                    <a:pt x="1260967" y="93959"/>
                  </a:lnTo>
                  <a:lnTo>
                    <a:pt x="1241470" y="56235"/>
                  </a:lnTo>
                  <a:lnTo>
                    <a:pt x="1211732" y="26497"/>
                  </a:lnTo>
                  <a:lnTo>
                    <a:pt x="1174008" y="7000"/>
                  </a:lnTo>
                  <a:lnTo>
                    <a:pt x="1130554"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57" name="Google Shape;257;p11"/>
          <p:cNvSpPr txBox="1"/>
          <p:nvPr/>
        </p:nvSpPr>
        <p:spPr>
          <a:xfrm>
            <a:off x="2418382" y="172353"/>
            <a:ext cx="463571" cy="325233"/>
          </a:xfrm>
          <a:prstGeom prst="rect">
            <a:avLst/>
          </a:prstGeom>
          <a:noFill/>
          <a:ln>
            <a:noFill/>
          </a:ln>
        </p:spPr>
        <p:txBody>
          <a:bodyPr anchorCtr="0" anchor="t" bIns="0" lIns="0" spcFirstLastPara="1" rIns="0" wrap="square" tIns="17275">
            <a:spAutoFit/>
          </a:bodyPr>
          <a:lstStyle/>
          <a:p>
            <a:pPr indent="0" lvl="0" marL="6083" marR="2561" rtl="0" algn="ctr">
              <a:lnSpc>
                <a:spcPct val="109915"/>
              </a:lnSpc>
              <a:spcBef>
                <a:spcPts val="0"/>
              </a:spcBef>
              <a:spcAft>
                <a:spcPts val="0"/>
              </a:spcAft>
              <a:buNone/>
            </a:pPr>
            <a:r>
              <a:rPr lang="en-US" sz="706">
                <a:solidFill>
                  <a:srgbClr val="FFFFFF"/>
                </a:solidFill>
                <a:latin typeface="Calibri"/>
                <a:ea typeface="Calibri"/>
                <a:cs typeface="Calibri"/>
                <a:sym typeface="Calibri"/>
              </a:rPr>
              <a:t>Explanation,  Prediction,  Control</a:t>
            </a:r>
            <a:endParaRPr sz="706">
              <a:solidFill>
                <a:schemeClr val="dk1"/>
              </a:solidFill>
              <a:latin typeface="Calibri"/>
              <a:ea typeface="Calibri"/>
              <a:cs typeface="Calibri"/>
              <a:sym typeface="Calibri"/>
            </a:endParaRPr>
          </a:p>
        </p:txBody>
      </p:sp>
      <p:grpSp>
        <p:nvGrpSpPr>
          <p:cNvPr id="258" name="Google Shape;258;p11"/>
          <p:cNvGrpSpPr/>
          <p:nvPr/>
        </p:nvGrpSpPr>
        <p:grpSpPr>
          <a:xfrm>
            <a:off x="2974347" y="378847"/>
            <a:ext cx="1034904" cy="623900"/>
            <a:chOff x="5899530" y="748283"/>
            <a:chExt cx="2052701" cy="1237488"/>
          </a:xfrm>
        </p:grpSpPr>
        <p:sp>
          <p:nvSpPr>
            <p:cNvPr id="259" name="Google Shape;259;p11"/>
            <p:cNvSpPr/>
            <p:nvPr/>
          </p:nvSpPr>
          <p:spPr>
            <a:xfrm>
              <a:off x="5899530" y="748283"/>
              <a:ext cx="852169" cy="348615"/>
            </a:xfrm>
            <a:custGeom>
              <a:rect b="b" l="l" r="r" t="t"/>
              <a:pathLst>
                <a:path extrusionOk="0" h="348615" w="852170">
                  <a:moveTo>
                    <a:pt x="0" y="0"/>
                  </a:moveTo>
                  <a:lnTo>
                    <a:pt x="50019" y="12003"/>
                  </a:lnTo>
                  <a:lnTo>
                    <a:pt x="99783" y="24895"/>
                  </a:lnTo>
                  <a:lnTo>
                    <a:pt x="149279" y="38671"/>
                  </a:lnTo>
                  <a:lnTo>
                    <a:pt x="198495" y="53327"/>
                  </a:lnTo>
                  <a:lnTo>
                    <a:pt x="247422" y="68858"/>
                  </a:lnTo>
                  <a:lnTo>
                    <a:pt x="296046" y="85259"/>
                  </a:lnTo>
                  <a:lnTo>
                    <a:pt x="344357" y="102525"/>
                  </a:lnTo>
                  <a:lnTo>
                    <a:pt x="392342" y="120653"/>
                  </a:lnTo>
                  <a:lnTo>
                    <a:pt x="439991" y="139636"/>
                  </a:lnTo>
                  <a:lnTo>
                    <a:pt x="487292" y="159471"/>
                  </a:lnTo>
                  <a:lnTo>
                    <a:pt x="534233" y="180152"/>
                  </a:lnTo>
                  <a:lnTo>
                    <a:pt x="580803" y="201675"/>
                  </a:lnTo>
                  <a:lnTo>
                    <a:pt x="626991" y="224036"/>
                  </a:lnTo>
                  <a:lnTo>
                    <a:pt x="672785" y="247229"/>
                  </a:lnTo>
                  <a:lnTo>
                    <a:pt x="718173" y="271250"/>
                  </a:lnTo>
                  <a:lnTo>
                    <a:pt x="763144" y="296095"/>
                  </a:lnTo>
                  <a:lnTo>
                    <a:pt x="807686" y="321757"/>
                  </a:lnTo>
                  <a:lnTo>
                    <a:pt x="851789" y="348233"/>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60" name="Google Shape;260;p11"/>
            <p:cNvPicPr preferRelativeResize="0"/>
            <p:nvPr/>
          </p:nvPicPr>
          <p:blipFill rotWithShape="1">
            <a:blip r:embed="rId5">
              <a:alphaModFix/>
            </a:blip>
            <a:srcRect b="0" l="0" r="0" t="0"/>
            <a:stretch/>
          </p:blipFill>
          <p:spPr>
            <a:xfrm>
              <a:off x="6603491" y="1080490"/>
              <a:ext cx="1348740" cy="905281"/>
            </a:xfrm>
            <a:prstGeom prst="rect">
              <a:avLst/>
            </a:prstGeom>
            <a:noFill/>
            <a:ln>
              <a:noFill/>
            </a:ln>
          </p:spPr>
        </p:pic>
        <p:pic>
          <p:nvPicPr>
            <p:cNvPr id="261" name="Google Shape;261;p11"/>
            <p:cNvPicPr preferRelativeResize="0"/>
            <p:nvPr/>
          </p:nvPicPr>
          <p:blipFill rotWithShape="1">
            <a:blip r:embed="rId18">
              <a:alphaModFix/>
            </a:blip>
            <a:srcRect b="0" l="0" r="0" t="0"/>
            <a:stretch/>
          </p:blipFill>
          <p:spPr>
            <a:xfrm>
              <a:off x="6647687" y="1222260"/>
              <a:ext cx="1298448" cy="655307"/>
            </a:xfrm>
            <a:prstGeom prst="rect">
              <a:avLst/>
            </a:prstGeom>
            <a:noFill/>
            <a:ln>
              <a:noFill/>
            </a:ln>
          </p:spPr>
        </p:pic>
        <p:sp>
          <p:nvSpPr>
            <p:cNvPr id="262" name="Google Shape;262;p11"/>
            <p:cNvSpPr/>
            <p:nvPr/>
          </p:nvSpPr>
          <p:spPr>
            <a:xfrm>
              <a:off x="6646163" y="1100327"/>
              <a:ext cx="1268095" cy="824865"/>
            </a:xfrm>
            <a:custGeom>
              <a:rect b="b" l="l" r="r" t="t"/>
              <a:pathLst>
                <a:path extrusionOk="0" h="824864" w="1268095">
                  <a:moveTo>
                    <a:pt x="1130553" y="0"/>
                  </a:moveTo>
                  <a:lnTo>
                    <a:pt x="137413" y="0"/>
                  </a:lnTo>
                  <a:lnTo>
                    <a:pt x="93959" y="7000"/>
                  </a:lnTo>
                  <a:lnTo>
                    <a:pt x="56235" y="26497"/>
                  </a:lnTo>
                  <a:lnTo>
                    <a:pt x="26497" y="56235"/>
                  </a:lnTo>
                  <a:lnTo>
                    <a:pt x="7000" y="93959"/>
                  </a:lnTo>
                  <a:lnTo>
                    <a:pt x="0" y="137413"/>
                  </a:lnTo>
                  <a:lnTo>
                    <a:pt x="0" y="687070"/>
                  </a:lnTo>
                  <a:lnTo>
                    <a:pt x="7000" y="730524"/>
                  </a:lnTo>
                  <a:lnTo>
                    <a:pt x="26497" y="768248"/>
                  </a:lnTo>
                  <a:lnTo>
                    <a:pt x="56235" y="797986"/>
                  </a:lnTo>
                  <a:lnTo>
                    <a:pt x="93959" y="817483"/>
                  </a:lnTo>
                  <a:lnTo>
                    <a:pt x="137413" y="824484"/>
                  </a:lnTo>
                  <a:lnTo>
                    <a:pt x="1130553" y="824484"/>
                  </a:lnTo>
                  <a:lnTo>
                    <a:pt x="1174008" y="817483"/>
                  </a:lnTo>
                  <a:lnTo>
                    <a:pt x="1211732" y="797986"/>
                  </a:lnTo>
                  <a:lnTo>
                    <a:pt x="1241470" y="768248"/>
                  </a:lnTo>
                  <a:lnTo>
                    <a:pt x="1260967" y="730524"/>
                  </a:lnTo>
                  <a:lnTo>
                    <a:pt x="1267967" y="687070"/>
                  </a:lnTo>
                  <a:lnTo>
                    <a:pt x="1267967" y="137413"/>
                  </a:lnTo>
                  <a:lnTo>
                    <a:pt x="1260967" y="93959"/>
                  </a:lnTo>
                  <a:lnTo>
                    <a:pt x="1241470" y="56235"/>
                  </a:lnTo>
                  <a:lnTo>
                    <a:pt x="1211732" y="26497"/>
                  </a:lnTo>
                  <a:lnTo>
                    <a:pt x="1174008" y="7000"/>
                  </a:lnTo>
                  <a:lnTo>
                    <a:pt x="1130553"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63" name="Google Shape;263;p11"/>
          <p:cNvSpPr txBox="1"/>
          <p:nvPr/>
        </p:nvSpPr>
        <p:spPr>
          <a:xfrm>
            <a:off x="3422103" y="644312"/>
            <a:ext cx="497827" cy="211973"/>
          </a:xfrm>
          <a:prstGeom prst="rect">
            <a:avLst/>
          </a:prstGeom>
          <a:noFill/>
          <a:ln>
            <a:noFill/>
          </a:ln>
        </p:spPr>
        <p:txBody>
          <a:bodyPr anchorCtr="0" anchor="t" bIns="0" lIns="0" spcFirstLastPara="1" rIns="0" wrap="square" tIns="6700">
            <a:spAutoFit/>
          </a:bodyPr>
          <a:lstStyle/>
          <a:p>
            <a:pPr indent="0" lvl="0" marL="43223" marR="0" rtl="0" algn="l">
              <a:lnSpc>
                <a:spcPct val="115014"/>
              </a:lnSpc>
              <a:spcBef>
                <a:spcPts val="0"/>
              </a:spcBef>
              <a:spcAft>
                <a:spcPts val="0"/>
              </a:spcAft>
              <a:buNone/>
            </a:pPr>
            <a:r>
              <a:rPr lang="en-US" sz="706">
                <a:solidFill>
                  <a:srgbClr val="FFFFFF"/>
                </a:solidFill>
                <a:latin typeface="Calibri"/>
                <a:ea typeface="Calibri"/>
                <a:cs typeface="Calibri"/>
                <a:sym typeface="Calibri"/>
              </a:rPr>
              <a:t>Results in a</a:t>
            </a:r>
            <a:endParaRPr sz="706">
              <a:solidFill>
                <a:schemeClr val="dk1"/>
              </a:solidFill>
              <a:latin typeface="Calibri"/>
              <a:ea typeface="Calibri"/>
              <a:cs typeface="Calibri"/>
              <a:sym typeface="Calibri"/>
            </a:endParaRPr>
          </a:p>
          <a:p>
            <a:pPr indent="0" lvl="0" marL="6403" marR="0" rtl="0" algn="l">
              <a:lnSpc>
                <a:spcPct val="115014"/>
              </a:lnSpc>
              <a:spcBef>
                <a:spcPts val="0"/>
              </a:spcBef>
              <a:spcAft>
                <a:spcPts val="0"/>
              </a:spcAft>
              <a:buNone/>
            </a:pPr>
            <a:r>
              <a:rPr lang="en-US" sz="706">
                <a:solidFill>
                  <a:srgbClr val="FFFFFF"/>
                </a:solidFill>
                <a:latin typeface="Calibri"/>
                <a:ea typeface="Calibri"/>
                <a:cs typeface="Calibri"/>
                <a:sym typeface="Calibri"/>
              </a:rPr>
              <a:t>Covering Law</a:t>
            </a:r>
            <a:endParaRPr sz="706">
              <a:solidFill>
                <a:schemeClr val="dk1"/>
              </a:solidFill>
              <a:latin typeface="Calibri"/>
              <a:ea typeface="Calibri"/>
              <a:cs typeface="Calibri"/>
              <a:sym typeface="Calibri"/>
            </a:endParaRPr>
          </a:p>
        </p:txBody>
      </p:sp>
      <p:grpSp>
        <p:nvGrpSpPr>
          <p:cNvPr id="264" name="Google Shape;264;p11"/>
          <p:cNvGrpSpPr/>
          <p:nvPr/>
        </p:nvGrpSpPr>
        <p:grpSpPr>
          <a:xfrm>
            <a:off x="3751853" y="977712"/>
            <a:ext cx="679990" cy="1045404"/>
            <a:chOff x="7441692" y="1936114"/>
            <a:chExt cx="1348740" cy="2073529"/>
          </a:xfrm>
        </p:grpSpPr>
        <p:sp>
          <p:nvSpPr>
            <p:cNvPr id="265" name="Google Shape;265;p11"/>
            <p:cNvSpPr/>
            <p:nvPr/>
          </p:nvSpPr>
          <p:spPr>
            <a:xfrm>
              <a:off x="7628890" y="1936114"/>
              <a:ext cx="458470" cy="1176655"/>
            </a:xfrm>
            <a:custGeom>
              <a:rect b="b" l="l" r="r" t="t"/>
              <a:pathLst>
                <a:path extrusionOk="0" h="1176655" w="458470">
                  <a:moveTo>
                    <a:pt x="0" y="0"/>
                  </a:moveTo>
                  <a:lnTo>
                    <a:pt x="28211" y="42614"/>
                  </a:lnTo>
                  <a:lnTo>
                    <a:pt x="55632" y="85686"/>
                  </a:lnTo>
                  <a:lnTo>
                    <a:pt x="82258" y="129203"/>
                  </a:lnTo>
                  <a:lnTo>
                    <a:pt x="108084" y="173154"/>
                  </a:lnTo>
                  <a:lnTo>
                    <a:pt x="133107" y="217529"/>
                  </a:lnTo>
                  <a:lnTo>
                    <a:pt x="157321" y="262316"/>
                  </a:lnTo>
                  <a:lnTo>
                    <a:pt x="180723" y="307503"/>
                  </a:lnTo>
                  <a:lnTo>
                    <a:pt x="203309" y="353079"/>
                  </a:lnTo>
                  <a:lnTo>
                    <a:pt x="225073" y="399034"/>
                  </a:lnTo>
                  <a:lnTo>
                    <a:pt x="246012" y="445355"/>
                  </a:lnTo>
                  <a:lnTo>
                    <a:pt x="266121" y="492032"/>
                  </a:lnTo>
                  <a:lnTo>
                    <a:pt x="285396" y="539053"/>
                  </a:lnTo>
                  <a:lnTo>
                    <a:pt x="303832" y="586407"/>
                  </a:lnTo>
                  <a:lnTo>
                    <a:pt x="321426" y="634083"/>
                  </a:lnTo>
                  <a:lnTo>
                    <a:pt x="338172" y="682069"/>
                  </a:lnTo>
                  <a:lnTo>
                    <a:pt x="354067" y="730354"/>
                  </a:lnTo>
                  <a:lnTo>
                    <a:pt x="369106" y="778927"/>
                  </a:lnTo>
                  <a:lnTo>
                    <a:pt x="383285" y="827777"/>
                  </a:lnTo>
                  <a:lnTo>
                    <a:pt x="396600" y="876893"/>
                  </a:lnTo>
                  <a:lnTo>
                    <a:pt x="409045" y="926262"/>
                  </a:lnTo>
                  <a:lnTo>
                    <a:pt x="420618" y="975875"/>
                  </a:lnTo>
                  <a:lnTo>
                    <a:pt x="431312" y="1025719"/>
                  </a:lnTo>
                  <a:lnTo>
                    <a:pt x="441125" y="1075783"/>
                  </a:lnTo>
                  <a:lnTo>
                    <a:pt x="450052" y="1126056"/>
                  </a:lnTo>
                  <a:lnTo>
                    <a:pt x="458088" y="1176527"/>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66" name="Google Shape;266;p11"/>
            <p:cNvPicPr preferRelativeResize="0"/>
            <p:nvPr/>
          </p:nvPicPr>
          <p:blipFill rotWithShape="1">
            <a:blip r:embed="rId7">
              <a:alphaModFix/>
            </a:blip>
            <a:srcRect b="0" l="0" r="0" t="0"/>
            <a:stretch/>
          </p:blipFill>
          <p:spPr>
            <a:xfrm>
              <a:off x="7441692" y="3105924"/>
              <a:ext cx="1348740" cy="903719"/>
            </a:xfrm>
            <a:prstGeom prst="rect">
              <a:avLst/>
            </a:prstGeom>
            <a:noFill/>
            <a:ln>
              <a:noFill/>
            </a:ln>
          </p:spPr>
        </p:pic>
        <p:pic>
          <p:nvPicPr>
            <p:cNvPr id="267" name="Google Shape;267;p11"/>
            <p:cNvPicPr preferRelativeResize="0"/>
            <p:nvPr/>
          </p:nvPicPr>
          <p:blipFill rotWithShape="1">
            <a:blip r:embed="rId19">
              <a:alphaModFix/>
            </a:blip>
            <a:srcRect b="0" l="0" r="0" t="0"/>
            <a:stretch/>
          </p:blipFill>
          <p:spPr>
            <a:xfrm>
              <a:off x="7732776" y="3343643"/>
              <a:ext cx="763524" cy="460260"/>
            </a:xfrm>
            <a:prstGeom prst="rect">
              <a:avLst/>
            </a:prstGeom>
            <a:noFill/>
            <a:ln>
              <a:noFill/>
            </a:ln>
          </p:spPr>
        </p:pic>
        <p:sp>
          <p:nvSpPr>
            <p:cNvPr id="268" name="Google Shape;268;p11"/>
            <p:cNvSpPr/>
            <p:nvPr/>
          </p:nvSpPr>
          <p:spPr>
            <a:xfrm>
              <a:off x="7484364" y="3125723"/>
              <a:ext cx="1268095" cy="822960"/>
            </a:xfrm>
            <a:custGeom>
              <a:rect b="b" l="l" r="r" t="t"/>
              <a:pathLst>
                <a:path extrusionOk="0" h="822960" w="1268095">
                  <a:moveTo>
                    <a:pt x="1130807" y="0"/>
                  </a:moveTo>
                  <a:lnTo>
                    <a:pt x="137159" y="0"/>
                  </a:lnTo>
                  <a:lnTo>
                    <a:pt x="93829" y="6998"/>
                  </a:lnTo>
                  <a:lnTo>
                    <a:pt x="56180" y="26481"/>
                  </a:lnTo>
                  <a:lnTo>
                    <a:pt x="26481" y="56180"/>
                  </a:lnTo>
                  <a:lnTo>
                    <a:pt x="6998" y="93829"/>
                  </a:lnTo>
                  <a:lnTo>
                    <a:pt x="0" y="137160"/>
                  </a:lnTo>
                  <a:lnTo>
                    <a:pt x="0" y="685800"/>
                  </a:lnTo>
                  <a:lnTo>
                    <a:pt x="6998" y="729130"/>
                  </a:lnTo>
                  <a:lnTo>
                    <a:pt x="26481" y="766779"/>
                  </a:lnTo>
                  <a:lnTo>
                    <a:pt x="56180" y="796478"/>
                  </a:lnTo>
                  <a:lnTo>
                    <a:pt x="93829" y="815961"/>
                  </a:lnTo>
                  <a:lnTo>
                    <a:pt x="137159" y="822959"/>
                  </a:lnTo>
                  <a:lnTo>
                    <a:pt x="1130807" y="822959"/>
                  </a:lnTo>
                  <a:lnTo>
                    <a:pt x="1174138" y="815961"/>
                  </a:lnTo>
                  <a:lnTo>
                    <a:pt x="1211787" y="796478"/>
                  </a:lnTo>
                  <a:lnTo>
                    <a:pt x="1241486" y="766779"/>
                  </a:lnTo>
                  <a:lnTo>
                    <a:pt x="1260969" y="729130"/>
                  </a:lnTo>
                  <a:lnTo>
                    <a:pt x="1267967" y="685800"/>
                  </a:lnTo>
                  <a:lnTo>
                    <a:pt x="1267967" y="137160"/>
                  </a:lnTo>
                  <a:lnTo>
                    <a:pt x="1260969" y="93829"/>
                  </a:lnTo>
                  <a:lnTo>
                    <a:pt x="1241486" y="56180"/>
                  </a:lnTo>
                  <a:lnTo>
                    <a:pt x="1211787" y="26481"/>
                  </a:lnTo>
                  <a:lnTo>
                    <a:pt x="1174138" y="6998"/>
                  </a:lnTo>
                  <a:lnTo>
                    <a:pt x="1130807"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69" name="Google Shape;269;p11"/>
          <p:cNvSpPr txBox="1"/>
          <p:nvPr/>
        </p:nvSpPr>
        <p:spPr>
          <a:xfrm>
            <a:off x="3969168" y="1714111"/>
            <a:ext cx="248753" cy="115408"/>
          </a:xfrm>
          <a:prstGeom prst="rect">
            <a:avLst/>
          </a:prstGeom>
          <a:noFill/>
          <a:ln>
            <a:noFill/>
          </a:ln>
        </p:spPr>
        <p:txBody>
          <a:bodyPr anchorCtr="0" anchor="t" bIns="0" lIns="0" spcFirstLastPara="1" rIns="0" wrap="square" tIns="6700">
            <a:spAutoFit/>
          </a:bodyPr>
          <a:lstStyle/>
          <a:p>
            <a:pPr indent="0" lvl="0" marL="6403" marR="0" rtl="0" algn="l">
              <a:spcBef>
                <a:spcPts val="0"/>
              </a:spcBef>
              <a:spcAft>
                <a:spcPts val="0"/>
              </a:spcAft>
              <a:buNone/>
            </a:pPr>
            <a:r>
              <a:rPr i="1" lang="en-US" sz="706">
                <a:solidFill>
                  <a:srgbClr val="FFFFFF"/>
                </a:solidFill>
                <a:latin typeface="Calibri"/>
                <a:ea typeface="Calibri"/>
                <a:cs typeface="Calibri"/>
                <a:sym typeface="Calibri"/>
              </a:rPr>
              <a:t>f(x,y,z)</a:t>
            </a:r>
            <a:endParaRPr sz="706">
              <a:solidFill>
                <a:schemeClr val="dk1"/>
              </a:solidFill>
              <a:latin typeface="Calibri"/>
              <a:ea typeface="Calibri"/>
              <a:cs typeface="Calibri"/>
              <a:sym typeface="Calibri"/>
            </a:endParaRPr>
          </a:p>
        </p:txBody>
      </p:sp>
      <p:grpSp>
        <p:nvGrpSpPr>
          <p:cNvPr id="270" name="Google Shape;270;p11"/>
          <p:cNvGrpSpPr/>
          <p:nvPr/>
        </p:nvGrpSpPr>
        <p:grpSpPr>
          <a:xfrm>
            <a:off x="3329261" y="1998401"/>
            <a:ext cx="748053" cy="1113460"/>
            <a:chOff x="6603492" y="3960621"/>
            <a:chExt cx="1483741" cy="2208517"/>
          </a:xfrm>
        </p:grpSpPr>
        <p:sp>
          <p:nvSpPr>
            <p:cNvPr id="271" name="Google Shape;271;p11"/>
            <p:cNvSpPr/>
            <p:nvPr/>
          </p:nvSpPr>
          <p:spPr>
            <a:xfrm>
              <a:off x="7714488" y="3960621"/>
              <a:ext cx="372745" cy="1043305"/>
            </a:xfrm>
            <a:custGeom>
              <a:rect b="b" l="l" r="r" t="t"/>
              <a:pathLst>
                <a:path extrusionOk="0" h="1043304" w="372745">
                  <a:moveTo>
                    <a:pt x="372744" y="0"/>
                  </a:moveTo>
                  <a:lnTo>
                    <a:pt x="364786" y="50183"/>
                  </a:lnTo>
                  <a:lnTo>
                    <a:pt x="355945" y="100178"/>
                  </a:lnTo>
                  <a:lnTo>
                    <a:pt x="346226" y="149973"/>
                  </a:lnTo>
                  <a:lnTo>
                    <a:pt x="335632" y="199556"/>
                  </a:lnTo>
                  <a:lnTo>
                    <a:pt x="324168" y="248917"/>
                  </a:lnTo>
                  <a:lnTo>
                    <a:pt x="311837" y="298043"/>
                  </a:lnTo>
                  <a:lnTo>
                    <a:pt x="298645" y="346925"/>
                  </a:lnTo>
                  <a:lnTo>
                    <a:pt x="284594" y="395551"/>
                  </a:lnTo>
                  <a:lnTo>
                    <a:pt x="269688" y="443910"/>
                  </a:lnTo>
                  <a:lnTo>
                    <a:pt x="253933" y="491990"/>
                  </a:lnTo>
                  <a:lnTo>
                    <a:pt x="237331" y="539781"/>
                  </a:lnTo>
                  <a:lnTo>
                    <a:pt x="219886" y="587271"/>
                  </a:lnTo>
                  <a:lnTo>
                    <a:pt x="201604" y="634450"/>
                  </a:lnTo>
                  <a:lnTo>
                    <a:pt x="182487" y="681305"/>
                  </a:lnTo>
                  <a:lnTo>
                    <a:pt x="162540" y="727826"/>
                  </a:lnTo>
                  <a:lnTo>
                    <a:pt x="141767" y="774001"/>
                  </a:lnTo>
                  <a:lnTo>
                    <a:pt x="120171" y="819821"/>
                  </a:lnTo>
                  <a:lnTo>
                    <a:pt x="97757" y="865272"/>
                  </a:lnTo>
                  <a:lnTo>
                    <a:pt x="74529" y="910345"/>
                  </a:lnTo>
                  <a:lnTo>
                    <a:pt x="50491" y="955027"/>
                  </a:lnTo>
                  <a:lnTo>
                    <a:pt x="25646" y="999308"/>
                  </a:lnTo>
                  <a:lnTo>
                    <a:pt x="0" y="1043177"/>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72" name="Google Shape;272;p11"/>
            <p:cNvPicPr preferRelativeResize="0"/>
            <p:nvPr/>
          </p:nvPicPr>
          <p:blipFill rotWithShape="1">
            <a:blip r:embed="rId9">
              <a:alphaModFix/>
            </a:blip>
            <a:srcRect b="0" l="0" r="0" t="0"/>
            <a:stretch/>
          </p:blipFill>
          <p:spPr>
            <a:xfrm>
              <a:off x="6603492" y="4992623"/>
              <a:ext cx="1348740" cy="1176515"/>
            </a:xfrm>
            <a:prstGeom prst="rect">
              <a:avLst/>
            </a:prstGeom>
            <a:noFill/>
            <a:ln>
              <a:noFill/>
            </a:ln>
          </p:spPr>
        </p:pic>
        <p:pic>
          <p:nvPicPr>
            <p:cNvPr id="273" name="Google Shape;273;p11"/>
            <p:cNvPicPr preferRelativeResize="0"/>
            <p:nvPr/>
          </p:nvPicPr>
          <p:blipFill rotWithShape="1">
            <a:blip r:embed="rId20">
              <a:alphaModFix/>
            </a:blip>
            <a:srcRect b="0" l="0" r="0" t="0"/>
            <a:stretch/>
          </p:blipFill>
          <p:spPr>
            <a:xfrm>
              <a:off x="6630924" y="5074919"/>
              <a:ext cx="1331976" cy="1045476"/>
            </a:xfrm>
            <a:prstGeom prst="rect">
              <a:avLst/>
            </a:prstGeom>
            <a:noFill/>
            <a:ln>
              <a:noFill/>
            </a:ln>
          </p:spPr>
        </p:pic>
        <p:sp>
          <p:nvSpPr>
            <p:cNvPr id="274" name="Google Shape;274;p11"/>
            <p:cNvSpPr/>
            <p:nvPr/>
          </p:nvSpPr>
          <p:spPr>
            <a:xfrm>
              <a:off x="6646164" y="5012435"/>
              <a:ext cx="1268095" cy="1096010"/>
            </a:xfrm>
            <a:custGeom>
              <a:rect b="b" l="l" r="r" t="t"/>
              <a:pathLst>
                <a:path extrusionOk="0" h="1096010" w="1268095">
                  <a:moveTo>
                    <a:pt x="1085341" y="0"/>
                  </a:moveTo>
                  <a:lnTo>
                    <a:pt x="182625" y="0"/>
                  </a:lnTo>
                  <a:lnTo>
                    <a:pt x="134084" y="6525"/>
                  </a:lnTo>
                  <a:lnTo>
                    <a:pt x="90461" y="24939"/>
                  </a:lnTo>
                  <a:lnTo>
                    <a:pt x="53498" y="53498"/>
                  </a:lnTo>
                  <a:lnTo>
                    <a:pt x="24939" y="90461"/>
                  </a:lnTo>
                  <a:lnTo>
                    <a:pt x="6525" y="134084"/>
                  </a:lnTo>
                  <a:lnTo>
                    <a:pt x="0" y="182625"/>
                  </a:lnTo>
                  <a:lnTo>
                    <a:pt x="0" y="913129"/>
                  </a:lnTo>
                  <a:lnTo>
                    <a:pt x="6525" y="961679"/>
                  </a:lnTo>
                  <a:lnTo>
                    <a:pt x="24939" y="1005305"/>
                  </a:lnTo>
                  <a:lnTo>
                    <a:pt x="53498" y="1042266"/>
                  </a:lnTo>
                  <a:lnTo>
                    <a:pt x="90461" y="1070822"/>
                  </a:lnTo>
                  <a:lnTo>
                    <a:pt x="134084" y="1089232"/>
                  </a:lnTo>
                  <a:lnTo>
                    <a:pt x="182625" y="1095756"/>
                  </a:lnTo>
                  <a:lnTo>
                    <a:pt x="1085341" y="1095756"/>
                  </a:lnTo>
                  <a:lnTo>
                    <a:pt x="1133883" y="1089232"/>
                  </a:lnTo>
                  <a:lnTo>
                    <a:pt x="1177506" y="1070822"/>
                  </a:lnTo>
                  <a:lnTo>
                    <a:pt x="1214469" y="1042266"/>
                  </a:lnTo>
                  <a:lnTo>
                    <a:pt x="1243028" y="1005305"/>
                  </a:lnTo>
                  <a:lnTo>
                    <a:pt x="1261442" y="961679"/>
                  </a:lnTo>
                  <a:lnTo>
                    <a:pt x="1267967" y="913129"/>
                  </a:lnTo>
                  <a:lnTo>
                    <a:pt x="1267967" y="182625"/>
                  </a:lnTo>
                  <a:lnTo>
                    <a:pt x="1261442" y="134084"/>
                  </a:lnTo>
                  <a:lnTo>
                    <a:pt x="1243028" y="90461"/>
                  </a:lnTo>
                  <a:lnTo>
                    <a:pt x="1214469" y="53498"/>
                  </a:lnTo>
                  <a:lnTo>
                    <a:pt x="1177506" y="24939"/>
                  </a:lnTo>
                  <a:lnTo>
                    <a:pt x="1133883" y="6525"/>
                  </a:lnTo>
                  <a:lnTo>
                    <a:pt x="1085341"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75" name="Google Shape;275;p11"/>
          <p:cNvSpPr txBox="1"/>
          <p:nvPr/>
        </p:nvSpPr>
        <p:spPr>
          <a:xfrm>
            <a:off x="3413394" y="2586957"/>
            <a:ext cx="514795" cy="415437"/>
          </a:xfrm>
          <a:prstGeom prst="rect">
            <a:avLst/>
          </a:prstGeom>
          <a:noFill/>
          <a:ln>
            <a:noFill/>
          </a:ln>
        </p:spPr>
        <p:txBody>
          <a:bodyPr anchorCtr="0" anchor="t" bIns="0" lIns="0" spcFirstLastPara="1" rIns="0" wrap="square" tIns="15675">
            <a:spAutoFit/>
          </a:bodyPr>
          <a:lstStyle/>
          <a:p>
            <a:pPr indent="0" lvl="0" marL="6403" marR="2561" rtl="0" algn="ctr">
              <a:lnSpc>
                <a:spcPct val="91500"/>
              </a:lnSpc>
              <a:spcBef>
                <a:spcPts val="0"/>
              </a:spcBef>
              <a:spcAft>
                <a:spcPts val="0"/>
              </a:spcAft>
              <a:buNone/>
            </a:pPr>
            <a:r>
              <a:rPr lang="en-US" sz="706">
                <a:solidFill>
                  <a:srgbClr val="FFFFFF"/>
                </a:solidFill>
                <a:latin typeface="Calibri"/>
                <a:ea typeface="Calibri"/>
                <a:cs typeface="Calibri"/>
                <a:sym typeface="Calibri"/>
              </a:rPr>
              <a:t>All the Salient  features are  captured by  the Model</a:t>
            </a:r>
            <a:endParaRPr sz="706">
              <a:solidFill>
                <a:schemeClr val="dk1"/>
              </a:solidFill>
              <a:latin typeface="Calibri"/>
              <a:ea typeface="Calibri"/>
              <a:cs typeface="Calibri"/>
              <a:sym typeface="Calibri"/>
            </a:endParaRPr>
          </a:p>
        </p:txBody>
      </p:sp>
      <p:grpSp>
        <p:nvGrpSpPr>
          <p:cNvPr id="276" name="Google Shape;276;p11"/>
          <p:cNvGrpSpPr/>
          <p:nvPr/>
        </p:nvGrpSpPr>
        <p:grpSpPr>
          <a:xfrm>
            <a:off x="2301208" y="3010444"/>
            <a:ext cx="1046429" cy="448717"/>
            <a:chOff x="4564379" y="5967980"/>
            <a:chExt cx="2075561" cy="890017"/>
          </a:xfrm>
        </p:grpSpPr>
        <p:sp>
          <p:nvSpPr>
            <p:cNvPr id="277" name="Google Shape;277;p11"/>
            <p:cNvSpPr/>
            <p:nvPr/>
          </p:nvSpPr>
          <p:spPr>
            <a:xfrm>
              <a:off x="5898260" y="6043358"/>
              <a:ext cx="741680" cy="283845"/>
            </a:xfrm>
            <a:custGeom>
              <a:rect b="b" l="l" r="r" t="t"/>
              <a:pathLst>
                <a:path extrusionOk="0" h="283845" w="741679">
                  <a:moveTo>
                    <a:pt x="741171" y="0"/>
                  </a:moveTo>
                  <a:lnTo>
                    <a:pt x="697330" y="23689"/>
                  </a:lnTo>
                  <a:lnTo>
                    <a:pt x="653109" y="46600"/>
                  </a:lnTo>
                  <a:lnTo>
                    <a:pt x="608519" y="68729"/>
                  </a:lnTo>
                  <a:lnTo>
                    <a:pt x="563570" y="90072"/>
                  </a:lnTo>
                  <a:lnTo>
                    <a:pt x="518273" y="110625"/>
                  </a:lnTo>
                  <a:lnTo>
                    <a:pt x="472638" y="130383"/>
                  </a:lnTo>
                  <a:lnTo>
                    <a:pt x="426676" y="149344"/>
                  </a:lnTo>
                  <a:lnTo>
                    <a:pt x="380396" y="167501"/>
                  </a:lnTo>
                  <a:lnTo>
                    <a:pt x="333810" y="184853"/>
                  </a:lnTo>
                  <a:lnTo>
                    <a:pt x="286928" y="201393"/>
                  </a:lnTo>
                  <a:lnTo>
                    <a:pt x="239760" y="217119"/>
                  </a:lnTo>
                  <a:lnTo>
                    <a:pt x="192317" y="232027"/>
                  </a:lnTo>
                  <a:lnTo>
                    <a:pt x="144609" y="246111"/>
                  </a:lnTo>
                  <a:lnTo>
                    <a:pt x="96647" y="259369"/>
                  </a:lnTo>
                  <a:lnTo>
                    <a:pt x="48440" y="271796"/>
                  </a:lnTo>
                  <a:lnTo>
                    <a:pt x="0" y="283387"/>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78" name="Google Shape;278;p11"/>
            <p:cNvPicPr preferRelativeResize="0"/>
            <p:nvPr/>
          </p:nvPicPr>
          <p:blipFill rotWithShape="1">
            <a:blip r:embed="rId11">
              <a:alphaModFix/>
            </a:blip>
            <a:srcRect b="0" l="0" r="0" t="0"/>
            <a:stretch/>
          </p:blipFill>
          <p:spPr>
            <a:xfrm>
              <a:off x="4579619" y="5967980"/>
              <a:ext cx="1348739" cy="890017"/>
            </a:xfrm>
            <a:prstGeom prst="rect">
              <a:avLst/>
            </a:prstGeom>
            <a:noFill/>
            <a:ln>
              <a:noFill/>
            </a:ln>
          </p:spPr>
        </p:pic>
        <p:pic>
          <p:nvPicPr>
            <p:cNvPr id="279" name="Google Shape;279;p11"/>
            <p:cNvPicPr preferRelativeResize="0"/>
            <p:nvPr/>
          </p:nvPicPr>
          <p:blipFill rotWithShape="1">
            <a:blip r:embed="rId21">
              <a:alphaModFix/>
            </a:blip>
            <a:srcRect b="0" l="0" r="0" t="0"/>
            <a:stretch/>
          </p:blipFill>
          <p:spPr>
            <a:xfrm>
              <a:off x="4564379" y="6010653"/>
              <a:ext cx="1417320" cy="847343"/>
            </a:xfrm>
            <a:prstGeom prst="rect">
              <a:avLst/>
            </a:prstGeom>
            <a:noFill/>
            <a:ln>
              <a:noFill/>
            </a:ln>
          </p:spPr>
        </p:pic>
        <p:sp>
          <p:nvSpPr>
            <p:cNvPr id="280" name="Google Shape;280;p11"/>
            <p:cNvSpPr/>
            <p:nvPr/>
          </p:nvSpPr>
          <p:spPr>
            <a:xfrm>
              <a:off x="4622291" y="5987796"/>
              <a:ext cx="1268095" cy="822960"/>
            </a:xfrm>
            <a:custGeom>
              <a:rect b="b" l="l" r="r" t="t"/>
              <a:pathLst>
                <a:path extrusionOk="0" h="822959" w="1268095">
                  <a:moveTo>
                    <a:pt x="1130808" y="0"/>
                  </a:moveTo>
                  <a:lnTo>
                    <a:pt x="137160" y="0"/>
                  </a:lnTo>
                  <a:lnTo>
                    <a:pt x="93829" y="6992"/>
                  </a:lnTo>
                  <a:lnTo>
                    <a:pt x="56180" y="26462"/>
                  </a:lnTo>
                  <a:lnTo>
                    <a:pt x="26481" y="56153"/>
                  </a:lnTo>
                  <a:lnTo>
                    <a:pt x="6998" y="93805"/>
                  </a:lnTo>
                  <a:lnTo>
                    <a:pt x="0" y="137159"/>
                  </a:lnTo>
                  <a:lnTo>
                    <a:pt x="0" y="685799"/>
                  </a:lnTo>
                  <a:lnTo>
                    <a:pt x="6998" y="729152"/>
                  </a:lnTo>
                  <a:lnTo>
                    <a:pt x="26481" y="766804"/>
                  </a:lnTo>
                  <a:lnTo>
                    <a:pt x="56180" y="796495"/>
                  </a:lnTo>
                  <a:lnTo>
                    <a:pt x="93829" y="815967"/>
                  </a:lnTo>
                  <a:lnTo>
                    <a:pt x="137160" y="822959"/>
                  </a:lnTo>
                  <a:lnTo>
                    <a:pt x="1130808" y="822959"/>
                  </a:lnTo>
                  <a:lnTo>
                    <a:pt x="1174138" y="815967"/>
                  </a:lnTo>
                  <a:lnTo>
                    <a:pt x="1211787" y="796495"/>
                  </a:lnTo>
                  <a:lnTo>
                    <a:pt x="1241486" y="766804"/>
                  </a:lnTo>
                  <a:lnTo>
                    <a:pt x="1260969" y="729152"/>
                  </a:lnTo>
                  <a:lnTo>
                    <a:pt x="1267968" y="685799"/>
                  </a:lnTo>
                  <a:lnTo>
                    <a:pt x="1267968" y="137159"/>
                  </a:lnTo>
                  <a:lnTo>
                    <a:pt x="1260969" y="93805"/>
                  </a:lnTo>
                  <a:lnTo>
                    <a:pt x="1241486" y="56153"/>
                  </a:lnTo>
                  <a:lnTo>
                    <a:pt x="1211787" y="26462"/>
                  </a:lnTo>
                  <a:lnTo>
                    <a:pt x="1174138" y="6992"/>
                  </a:lnTo>
                  <a:lnTo>
                    <a:pt x="1130808"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81" name="Google Shape;281;p11"/>
          <p:cNvSpPr txBox="1"/>
          <p:nvPr/>
        </p:nvSpPr>
        <p:spPr>
          <a:xfrm>
            <a:off x="2371512" y="2537783"/>
            <a:ext cx="907293" cy="848761"/>
          </a:xfrm>
          <a:prstGeom prst="rect">
            <a:avLst/>
          </a:prstGeom>
          <a:noFill/>
          <a:ln>
            <a:noFill/>
          </a:ln>
        </p:spPr>
        <p:txBody>
          <a:bodyPr anchorCtr="0" anchor="t" bIns="0" lIns="0" spcFirstLastPara="1" rIns="0" wrap="square" tIns="15675">
            <a:spAutoFit/>
          </a:bodyPr>
          <a:lstStyle/>
          <a:p>
            <a:pPr indent="-640" lvl="0" marL="463922" marR="2882" rtl="0" algn="ctr">
              <a:lnSpc>
                <a:spcPct val="91600"/>
              </a:lnSpc>
              <a:spcBef>
                <a:spcPts val="0"/>
              </a:spcBef>
              <a:spcAft>
                <a:spcPts val="0"/>
              </a:spcAft>
              <a:buNone/>
            </a:pPr>
            <a:r>
              <a:rPr lang="en-US" sz="706">
                <a:solidFill>
                  <a:srgbClr val="FFFFFF"/>
                </a:solidFill>
                <a:latin typeface="Calibri"/>
                <a:ea typeface="Calibri"/>
                <a:cs typeface="Calibri"/>
                <a:sym typeface="Calibri"/>
              </a:rPr>
              <a:t>A limited  number of  features are  captured by  the Model</a:t>
            </a:r>
            <a:endParaRPr sz="706">
              <a:solidFill>
                <a:schemeClr val="dk1"/>
              </a:solidFill>
              <a:latin typeface="Calibri"/>
              <a:ea typeface="Calibri"/>
              <a:cs typeface="Calibri"/>
              <a:sym typeface="Calibri"/>
            </a:endParaRPr>
          </a:p>
          <a:p>
            <a:pPr indent="0" lvl="0" marL="6403" marR="351864" rtl="0" algn="ctr">
              <a:lnSpc>
                <a:spcPct val="109915"/>
              </a:lnSpc>
              <a:spcBef>
                <a:spcPts val="237"/>
              </a:spcBef>
              <a:spcAft>
                <a:spcPts val="0"/>
              </a:spcAft>
              <a:buNone/>
            </a:pPr>
            <a:r>
              <a:rPr lang="en-US" sz="706">
                <a:solidFill>
                  <a:srgbClr val="FFFFFF"/>
                </a:solidFill>
                <a:latin typeface="Calibri"/>
                <a:ea typeface="Calibri"/>
                <a:cs typeface="Calibri"/>
                <a:sym typeface="Calibri"/>
              </a:rPr>
              <a:t>Operating with  adequate  resources</a:t>
            </a:r>
            <a:endParaRPr sz="706">
              <a:solidFill>
                <a:schemeClr val="dk1"/>
              </a:solidFill>
              <a:latin typeface="Calibri"/>
              <a:ea typeface="Calibri"/>
              <a:cs typeface="Calibri"/>
              <a:sym typeface="Calibri"/>
            </a:endParaRPr>
          </a:p>
        </p:txBody>
      </p:sp>
      <p:grpSp>
        <p:nvGrpSpPr>
          <p:cNvPr id="282" name="Google Shape;282;p11"/>
          <p:cNvGrpSpPr/>
          <p:nvPr/>
        </p:nvGrpSpPr>
        <p:grpSpPr>
          <a:xfrm>
            <a:off x="1288523" y="2587854"/>
            <a:ext cx="1037592" cy="603520"/>
            <a:chOff x="2555748" y="5129784"/>
            <a:chExt cx="2058034" cy="1197064"/>
          </a:xfrm>
        </p:grpSpPr>
        <p:sp>
          <p:nvSpPr>
            <p:cNvPr id="283" name="Google Shape;283;p11"/>
            <p:cNvSpPr/>
            <p:nvPr/>
          </p:nvSpPr>
          <p:spPr>
            <a:xfrm>
              <a:off x="3761613" y="5978233"/>
              <a:ext cx="852169" cy="348615"/>
            </a:xfrm>
            <a:custGeom>
              <a:rect b="b" l="l" r="r" t="t"/>
              <a:pathLst>
                <a:path extrusionOk="0" h="348614" w="852170">
                  <a:moveTo>
                    <a:pt x="851788" y="348221"/>
                  </a:moveTo>
                  <a:lnTo>
                    <a:pt x="801769" y="336214"/>
                  </a:lnTo>
                  <a:lnTo>
                    <a:pt x="752005" y="323319"/>
                  </a:lnTo>
                  <a:lnTo>
                    <a:pt x="702509" y="309540"/>
                  </a:lnTo>
                  <a:lnTo>
                    <a:pt x="653293" y="294882"/>
                  </a:lnTo>
                  <a:lnTo>
                    <a:pt x="604366" y="279350"/>
                  </a:lnTo>
                  <a:lnTo>
                    <a:pt x="555742" y="262948"/>
                  </a:lnTo>
                  <a:lnTo>
                    <a:pt x="507431" y="245681"/>
                  </a:lnTo>
                  <a:lnTo>
                    <a:pt x="459446" y="227554"/>
                  </a:lnTo>
                  <a:lnTo>
                    <a:pt x="411797" y="208572"/>
                  </a:lnTo>
                  <a:lnTo>
                    <a:pt x="364496" y="188738"/>
                  </a:lnTo>
                  <a:lnTo>
                    <a:pt x="317555" y="168058"/>
                  </a:lnTo>
                  <a:lnTo>
                    <a:pt x="270985" y="146537"/>
                  </a:lnTo>
                  <a:lnTo>
                    <a:pt x="224797" y="124179"/>
                  </a:lnTo>
                  <a:lnTo>
                    <a:pt x="179003" y="100989"/>
                  </a:lnTo>
                  <a:lnTo>
                    <a:pt x="133615" y="76971"/>
                  </a:lnTo>
                  <a:lnTo>
                    <a:pt x="88644" y="52131"/>
                  </a:lnTo>
                  <a:lnTo>
                    <a:pt x="44102" y="26472"/>
                  </a:lnTo>
                  <a:lnTo>
                    <a:pt x="0" y="0"/>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84" name="Google Shape;284;p11"/>
            <p:cNvPicPr preferRelativeResize="0"/>
            <p:nvPr/>
          </p:nvPicPr>
          <p:blipFill rotWithShape="1">
            <a:blip r:embed="rId7">
              <a:alphaModFix/>
            </a:blip>
            <a:srcRect b="0" l="0" r="0" t="0"/>
            <a:stretch/>
          </p:blipFill>
          <p:spPr>
            <a:xfrm>
              <a:off x="2555748" y="5129784"/>
              <a:ext cx="1348739" cy="903719"/>
            </a:xfrm>
            <a:prstGeom prst="rect">
              <a:avLst/>
            </a:prstGeom>
            <a:noFill/>
            <a:ln>
              <a:noFill/>
            </a:ln>
          </p:spPr>
        </p:pic>
        <p:pic>
          <p:nvPicPr>
            <p:cNvPr id="285" name="Google Shape;285;p11"/>
            <p:cNvPicPr preferRelativeResize="0"/>
            <p:nvPr/>
          </p:nvPicPr>
          <p:blipFill rotWithShape="1">
            <a:blip r:embed="rId22">
              <a:alphaModFix/>
            </a:blip>
            <a:srcRect b="0" l="0" r="0" t="0"/>
            <a:stretch/>
          </p:blipFill>
          <p:spPr>
            <a:xfrm>
              <a:off x="2651760" y="5367528"/>
              <a:ext cx="1153680" cy="460260"/>
            </a:xfrm>
            <a:prstGeom prst="rect">
              <a:avLst/>
            </a:prstGeom>
            <a:noFill/>
            <a:ln>
              <a:noFill/>
            </a:ln>
          </p:spPr>
        </p:pic>
        <p:sp>
          <p:nvSpPr>
            <p:cNvPr id="286" name="Google Shape;286;p11"/>
            <p:cNvSpPr/>
            <p:nvPr/>
          </p:nvSpPr>
          <p:spPr>
            <a:xfrm>
              <a:off x="2598420" y="5149596"/>
              <a:ext cx="1268095" cy="822960"/>
            </a:xfrm>
            <a:custGeom>
              <a:rect b="b" l="l" r="r" t="t"/>
              <a:pathLst>
                <a:path extrusionOk="0" h="822960" w="1268095">
                  <a:moveTo>
                    <a:pt x="1130808" y="0"/>
                  </a:moveTo>
                  <a:lnTo>
                    <a:pt x="137160" y="0"/>
                  </a:lnTo>
                  <a:lnTo>
                    <a:pt x="93829" y="6998"/>
                  </a:lnTo>
                  <a:lnTo>
                    <a:pt x="56180" y="26481"/>
                  </a:lnTo>
                  <a:lnTo>
                    <a:pt x="26481" y="56180"/>
                  </a:lnTo>
                  <a:lnTo>
                    <a:pt x="6998" y="93829"/>
                  </a:lnTo>
                  <a:lnTo>
                    <a:pt x="0" y="137159"/>
                  </a:lnTo>
                  <a:lnTo>
                    <a:pt x="0" y="685799"/>
                  </a:lnTo>
                  <a:lnTo>
                    <a:pt x="6998" y="729154"/>
                  </a:lnTo>
                  <a:lnTo>
                    <a:pt x="26481" y="766806"/>
                  </a:lnTo>
                  <a:lnTo>
                    <a:pt x="56180" y="796497"/>
                  </a:lnTo>
                  <a:lnTo>
                    <a:pt x="93829" y="815967"/>
                  </a:lnTo>
                  <a:lnTo>
                    <a:pt x="137160" y="822959"/>
                  </a:lnTo>
                  <a:lnTo>
                    <a:pt x="1130808" y="822959"/>
                  </a:lnTo>
                  <a:lnTo>
                    <a:pt x="1174138" y="815967"/>
                  </a:lnTo>
                  <a:lnTo>
                    <a:pt x="1211787" y="796497"/>
                  </a:lnTo>
                  <a:lnTo>
                    <a:pt x="1241486" y="766806"/>
                  </a:lnTo>
                  <a:lnTo>
                    <a:pt x="1260969" y="729154"/>
                  </a:lnTo>
                  <a:lnTo>
                    <a:pt x="1267968" y="685799"/>
                  </a:lnTo>
                  <a:lnTo>
                    <a:pt x="1267968" y="137159"/>
                  </a:lnTo>
                  <a:lnTo>
                    <a:pt x="1260969" y="93829"/>
                  </a:lnTo>
                  <a:lnTo>
                    <a:pt x="1241486" y="56180"/>
                  </a:lnTo>
                  <a:lnTo>
                    <a:pt x="1211787" y="26481"/>
                  </a:lnTo>
                  <a:lnTo>
                    <a:pt x="1174138" y="6998"/>
                  </a:lnTo>
                  <a:lnTo>
                    <a:pt x="1130808"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87" name="Google Shape;287;p11"/>
          <p:cNvSpPr txBox="1"/>
          <p:nvPr/>
        </p:nvSpPr>
        <p:spPr>
          <a:xfrm>
            <a:off x="1407041" y="2734813"/>
            <a:ext cx="445003" cy="115085"/>
          </a:xfrm>
          <a:prstGeom prst="rect">
            <a:avLst/>
          </a:prstGeom>
          <a:noFill/>
          <a:ln>
            <a:noFill/>
          </a:ln>
        </p:spPr>
        <p:txBody>
          <a:bodyPr anchorCtr="0" anchor="t" bIns="0" lIns="0" spcFirstLastPara="1" rIns="0" wrap="square" tIns="6400">
            <a:spAutoFit/>
          </a:bodyPr>
          <a:lstStyle/>
          <a:p>
            <a:pPr indent="0" lvl="0" marL="6403" marR="0" rtl="0" algn="l">
              <a:spcBef>
                <a:spcPts val="0"/>
              </a:spcBef>
              <a:spcAft>
                <a:spcPts val="0"/>
              </a:spcAft>
              <a:buNone/>
            </a:pPr>
            <a:r>
              <a:rPr lang="en-US" sz="706">
                <a:solidFill>
                  <a:srgbClr val="FFFFFF"/>
                </a:solidFill>
                <a:latin typeface="Calibri"/>
                <a:ea typeface="Calibri"/>
                <a:cs typeface="Calibri"/>
                <a:sym typeface="Calibri"/>
              </a:rPr>
              <a:t>Measurable</a:t>
            </a:r>
            <a:endParaRPr sz="706">
              <a:solidFill>
                <a:schemeClr val="dk1"/>
              </a:solidFill>
              <a:latin typeface="Calibri"/>
              <a:ea typeface="Calibri"/>
              <a:cs typeface="Calibri"/>
              <a:sym typeface="Calibri"/>
            </a:endParaRPr>
          </a:p>
        </p:txBody>
      </p:sp>
      <p:grpSp>
        <p:nvGrpSpPr>
          <p:cNvPr id="288" name="Google Shape;288;p11"/>
          <p:cNvGrpSpPr/>
          <p:nvPr/>
        </p:nvGrpSpPr>
        <p:grpSpPr>
          <a:xfrm>
            <a:off x="865930" y="1567491"/>
            <a:ext cx="679990" cy="1024908"/>
            <a:chOff x="1717548" y="3105924"/>
            <a:chExt cx="1348740" cy="2032877"/>
          </a:xfrm>
        </p:grpSpPr>
        <p:sp>
          <p:nvSpPr>
            <p:cNvPr id="289" name="Google Shape;289;p11"/>
            <p:cNvSpPr/>
            <p:nvPr/>
          </p:nvSpPr>
          <p:spPr>
            <a:xfrm>
              <a:off x="2425954" y="3962146"/>
              <a:ext cx="458470" cy="1176655"/>
            </a:xfrm>
            <a:custGeom>
              <a:rect b="b" l="l" r="r" t="t"/>
              <a:pathLst>
                <a:path extrusionOk="0" h="1176654" w="458469">
                  <a:moveTo>
                    <a:pt x="458088" y="1176401"/>
                  </a:moveTo>
                  <a:lnTo>
                    <a:pt x="429876" y="1133800"/>
                  </a:lnTo>
                  <a:lnTo>
                    <a:pt x="402454" y="1090742"/>
                  </a:lnTo>
                  <a:lnTo>
                    <a:pt x="375825" y="1047238"/>
                  </a:lnTo>
                  <a:lnTo>
                    <a:pt x="349996" y="1003297"/>
                  </a:lnTo>
                  <a:lnTo>
                    <a:pt x="324969" y="958933"/>
                  </a:lnTo>
                  <a:lnTo>
                    <a:pt x="300750" y="914156"/>
                  </a:lnTo>
                  <a:lnTo>
                    <a:pt x="277343" y="868977"/>
                  </a:lnTo>
                  <a:lnTo>
                    <a:pt x="254753" y="823408"/>
                  </a:lnTo>
                  <a:lnTo>
                    <a:pt x="232983" y="777460"/>
                  </a:lnTo>
                  <a:lnTo>
                    <a:pt x="212040" y="731145"/>
                  </a:lnTo>
                  <a:lnTo>
                    <a:pt x="191926" y="684473"/>
                  </a:lnTo>
                  <a:lnTo>
                    <a:pt x="172647" y="637456"/>
                  </a:lnTo>
                  <a:lnTo>
                    <a:pt x="154207" y="590106"/>
                  </a:lnTo>
                  <a:lnTo>
                    <a:pt x="136610" y="542434"/>
                  </a:lnTo>
                  <a:lnTo>
                    <a:pt x="119861" y="494450"/>
                  </a:lnTo>
                  <a:lnTo>
                    <a:pt x="103965" y="446167"/>
                  </a:lnTo>
                  <a:lnTo>
                    <a:pt x="88925" y="397595"/>
                  </a:lnTo>
                  <a:lnTo>
                    <a:pt x="74748" y="348747"/>
                  </a:lnTo>
                  <a:lnTo>
                    <a:pt x="61436" y="299632"/>
                  </a:lnTo>
                  <a:lnTo>
                    <a:pt x="48994" y="250264"/>
                  </a:lnTo>
                  <a:lnTo>
                    <a:pt x="37427" y="200652"/>
                  </a:lnTo>
                  <a:lnTo>
                    <a:pt x="26740" y="150808"/>
                  </a:lnTo>
                  <a:lnTo>
                    <a:pt x="16937" y="100744"/>
                  </a:lnTo>
                  <a:lnTo>
                    <a:pt x="8022" y="50471"/>
                  </a:lnTo>
                  <a:lnTo>
                    <a:pt x="0" y="0"/>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90" name="Google Shape;290;p11"/>
            <p:cNvPicPr preferRelativeResize="0"/>
            <p:nvPr/>
          </p:nvPicPr>
          <p:blipFill rotWithShape="1">
            <a:blip r:embed="rId7">
              <a:alphaModFix/>
            </a:blip>
            <a:srcRect b="0" l="0" r="0" t="0"/>
            <a:stretch/>
          </p:blipFill>
          <p:spPr>
            <a:xfrm>
              <a:off x="1717548" y="3105924"/>
              <a:ext cx="1348739" cy="903719"/>
            </a:xfrm>
            <a:prstGeom prst="rect">
              <a:avLst/>
            </a:prstGeom>
            <a:noFill/>
            <a:ln>
              <a:noFill/>
            </a:ln>
          </p:spPr>
        </p:pic>
        <p:pic>
          <p:nvPicPr>
            <p:cNvPr id="291" name="Google Shape;291;p11"/>
            <p:cNvPicPr preferRelativeResize="0"/>
            <p:nvPr/>
          </p:nvPicPr>
          <p:blipFill rotWithShape="1">
            <a:blip r:embed="rId23">
              <a:alphaModFix/>
            </a:blip>
            <a:srcRect b="0" l="0" r="0" t="0"/>
            <a:stretch/>
          </p:blipFill>
          <p:spPr>
            <a:xfrm>
              <a:off x="1754124" y="3246132"/>
              <a:ext cx="1312164" cy="655307"/>
            </a:xfrm>
            <a:prstGeom prst="rect">
              <a:avLst/>
            </a:prstGeom>
            <a:noFill/>
            <a:ln>
              <a:noFill/>
            </a:ln>
          </p:spPr>
        </p:pic>
        <p:sp>
          <p:nvSpPr>
            <p:cNvPr id="292" name="Google Shape;292;p11"/>
            <p:cNvSpPr/>
            <p:nvPr/>
          </p:nvSpPr>
          <p:spPr>
            <a:xfrm>
              <a:off x="1760220" y="3125724"/>
              <a:ext cx="1268095" cy="822960"/>
            </a:xfrm>
            <a:custGeom>
              <a:rect b="b" l="l" r="r" t="t"/>
              <a:pathLst>
                <a:path extrusionOk="0" h="822960" w="1268095">
                  <a:moveTo>
                    <a:pt x="1130808" y="0"/>
                  </a:moveTo>
                  <a:lnTo>
                    <a:pt x="137160" y="0"/>
                  </a:lnTo>
                  <a:lnTo>
                    <a:pt x="93829" y="6998"/>
                  </a:lnTo>
                  <a:lnTo>
                    <a:pt x="56180" y="26481"/>
                  </a:lnTo>
                  <a:lnTo>
                    <a:pt x="26481" y="56180"/>
                  </a:lnTo>
                  <a:lnTo>
                    <a:pt x="6998" y="93829"/>
                  </a:lnTo>
                  <a:lnTo>
                    <a:pt x="0" y="137160"/>
                  </a:lnTo>
                  <a:lnTo>
                    <a:pt x="0" y="685800"/>
                  </a:lnTo>
                  <a:lnTo>
                    <a:pt x="6998" y="729130"/>
                  </a:lnTo>
                  <a:lnTo>
                    <a:pt x="26481" y="766779"/>
                  </a:lnTo>
                  <a:lnTo>
                    <a:pt x="56180" y="796478"/>
                  </a:lnTo>
                  <a:lnTo>
                    <a:pt x="93829" y="815961"/>
                  </a:lnTo>
                  <a:lnTo>
                    <a:pt x="137160" y="822959"/>
                  </a:lnTo>
                  <a:lnTo>
                    <a:pt x="1130808" y="822959"/>
                  </a:lnTo>
                  <a:lnTo>
                    <a:pt x="1174138" y="815961"/>
                  </a:lnTo>
                  <a:lnTo>
                    <a:pt x="1211787" y="796478"/>
                  </a:lnTo>
                  <a:lnTo>
                    <a:pt x="1241486" y="766779"/>
                  </a:lnTo>
                  <a:lnTo>
                    <a:pt x="1260969" y="729130"/>
                  </a:lnTo>
                  <a:lnTo>
                    <a:pt x="1267968" y="685800"/>
                  </a:lnTo>
                  <a:lnTo>
                    <a:pt x="1267968" y="137160"/>
                  </a:lnTo>
                  <a:lnTo>
                    <a:pt x="1260969" y="93829"/>
                  </a:lnTo>
                  <a:lnTo>
                    <a:pt x="1241486" y="56180"/>
                  </a:lnTo>
                  <a:lnTo>
                    <a:pt x="1211787" y="26481"/>
                  </a:lnTo>
                  <a:lnTo>
                    <a:pt x="1174138" y="6998"/>
                  </a:lnTo>
                  <a:lnTo>
                    <a:pt x="1130808"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93" name="Google Shape;293;p11"/>
          <p:cNvSpPr txBox="1"/>
          <p:nvPr/>
        </p:nvSpPr>
        <p:spPr>
          <a:xfrm>
            <a:off x="954355" y="1664937"/>
            <a:ext cx="504230" cy="222641"/>
          </a:xfrm>
          <a:prstGeom prst="rect">
            <a:avLst/>
          </a:prstGeom>
          <a:noFill/>
          <a:ln>
            <a:noFill/>
          </a:ln>
        </p:spPr>
        <p:txBody>
          <a:bodyPr anchorCtr="0" anchor="t" bIns="0" lIns="0" spcFirstLastPara="1" rIns="0" wrap="square" tIns="17275">
            <a:spAutoFit/>
          </a:bodyPr>
          <a:lstStyle/>
          <a:p>
            <a:pPr indent="-126146" lvl="0" marL="132229" marR="2561" rtl="0" algn="l">
              <a:lnSpc>
                <a:spcPct val="109915"/>
              </a:lnSpc>
              <a:spcBef>
                <a:spcPts val="0"/>
              </a:spcBef>
              <a:spcAft>
                <a:spcPts val="0"/>
              </a:spcAft>
              <a:buNone/>
            </a:pPr>
            <a:r>
              <a:rPr lang="en-US" sz="706">
                <a:solidFill>
                  <a:srgbClr val="FFFFFF"/>
                </a:solidFill>
                <a:latin typeface="Calibri"/>
                <a:ea typeface="Calibri"/>
                <a:cs typeface="Calibri"/>
                <a:sym typeface="Calibri"/>
              </a:rPr>
              <a:t>Simple causal  Chains</a:t>
            </a:r>
            <a:endParaRPr sz="706">
              <a:solidFill>
                <a:schemeClr val="dk1"/>
              </a:solidFill>
              <a:latin typeface="Calibri"/>
              <a:ea typeface="Calibri"/>
              <a:cs typeface="Calibri"/>
              <a:sym typeface="Calibri"/>
            </a:endParaRPr>
          </a:p>
        </p:txBody>
      </p:sp>
      <p:grpSp>
        <p:nvGrpSpPr>
          <p:cNvPr id="294" name="Google Shape;294;p11"/>
          <p:cNvGrpSpPr/>
          <p:nvPr/>
        </p:nvGrpSpPr>
        <p:grpSpPr>
          <a:xfrm>
            <a:off x="1223085" y="519455"/>
            <a:ext cx="745427" cy="1051487"/>
            <a:chOff x="2425954" y="1027175"/>
            <a:chExt cx="1478533" cy="2085594"/>
          </a:xfrm>
        </p:grpSpPr>
        <p:sp>
          <p:nvSpPr>
            <p:cNvPr id="295" name="Google Shape;295;p11"/>
            <p:cNvSpPr/>
            <p:nvPr/>
          </p:nvSpPr>
          <p:spPr>
            <a:xfrm>
              <a:off x="2425954" y="1936114"/>
              <a:ext cx="458470" cy="1176655"/>
            </a:xfrm>
            <a:custGeom>
              <a:rect b="b" l="l" r="r" t="t"/>
              <a:pathLst>
                <a:path extrusionOk="0" h="1176655" w="458469">
                  <a:moveTo>
                    <a:pt x="0" y="1176527"/>
                  </a:moveTo>
                  <a:lnTo>
                    <a:pt x="8022" y="1126056"/>
                  </a:lnTo>
                  <a:lnTo>
                    <a:pt x="16937" y="1075783"/>
                  </a:lnTo>
                  <a:lnTo>
                    <a:pt x="26740" y="1025719"/>
                  </a:lnTo>
                  <a:lnTo>
                    <a:pt x="37427" y="975875"/>
                  </a:lnTo>
                  <a:lnTo>
                    <a:pt x="48994" y="926262"/>
                  </a:lnTo>
                  <a:lnTo>
                    <a:pt x="61436" y="876893"/>
                  </a:lnTo>
                  <a:lnTo>
                    <a:pt x="74748" y="827777"/>
                  </a:lnTo>
                  <a:lnTo>
                    <a:pt x="88925" y="778927"/>
                  </a:lnTo>
                  <a:lnTo>
                    <a:pt x="103965" y="730354"/>
                  </a:lnTo>
                  <a:lnTo>
                    <a:pt x="119861" y="682069"/>
                  </a:lnTo>
                  <a:lnTo>
                    <a:pt x="136610" y="634083"/>
                  </a:lnTo>
                  <a:lnTo>
                    <a:pt x="154207" y="586407"/>
                  </a:lnTo>
                  <a:lnTo>
                    <a:pt x="172647" y="539053"/>
                  </a:lnTo>
                  <a:lnTo>
                    <a:pt x="191926" y="492032"/>
                  </a:lnTo>
                  <a:lnTo>
                    <a:pt x="212040" y="445355"/>
                  </a:lnTo>
                  <a:lnTo>
                    <a:pt x="232983" y="399034"/>
                  </a:lnTo>
                  <a:lnTo>
                    <a:pt x="254753" y="353079"/>
                  </a:lnTo>
                  <a:lnTo>
                    <a:pt x="277343" y="307503"/>
                  </a:lnTo>
                  <a:lnTo>
                    <a:pt x="300750" y="262316"/>
                  </a:lnTo>
                  <a:lnTo>
                    <a:pt x="324969" y="217529"/>
                  </a:lnTo>
                  <a:lnTo>
                    <a:pt x="349996" y="173154"/>
                  </a:lnTo>
                  <a:lnTo>
                    <a:pt x="375825" y="129203"/>
                  </a:lnTo>
                  <a:lnTo>
                    <a:pt x="402454" y="85686"/>
                  </a:lnTo>
                  <a:lnTo>
                    <a:pt x="429876" y="42614"/>
                  </a:lnTo>
                  <a:lnTo>
                    <a:pt x="458088" y="0"/>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296" name="Google Shape;296;p11"/>
            <p:cNvPicPr preferRelativeResize="0"/>
            <p:nvPr/>
          </p:nvPicPr>
          <p:blipFill rotWithShape="1">
            <a:blip r:embed="rId5">
              <a:alphaModFix/>
            </a:blip>
            <a:srcRect b="0" l="0" r="0" t="0"/>
            <a:stretch/>
          </p:blipFill>
          <p:spPr>
            <a:xfrm>
              <a:off x="2555748" y="1080490"/>
              <a:ext cx="1348739" cy="905281"/>
            </a:xfrm>
            <a:prstGeom prst="rect">
              <a:avLst/>
            </a:prstGeom>
            <a:noFill/>
            <a:ln>
              <a:noFill/>
            </a:ln>
          </p:spPr>
        </p:pic>
        <p:pic>
          <p:nvPicPr>
            <p:cNvPr id="297" name="Google Shape;297;p11"/>
            <p:cNvPicPr preferRelativeResize="0"/>
            <p:nvPr/>
          </p:nvPicPr>
          <p:blipFill rotWithShape="1">
            <a:blip r:embed="rId24">
              <a:alphaModFix/>
            </a:blip>
            <a:srcRect b="0" l="0" r="0" t="0"/>
            <a:stretch/>
          </p:blipFill>
          <p:spPr>
            <a:xfrm>
              <a:off x="2665476" y="1027175"/>
              <a:ext cx="1130808" cy="1045463"/>
            </a:xfrm>
            <a:prstGeom prst="rect">
              <a:avLst/>
            </a:prstGeom>
            <a:noFill/>
            <a:ln>
              <a:noFill/>
            </a:ln>
          </p:spPr>
        </p:pic>
        <p:sp>
          <p:nvSpPr>
            <p:cNvPr id="298" name="Google Shape;298;p11"/>
            <p:cNvSpPr/>
            <p:nvPr/>
          </p:nvSpPr>
          <p:spPr>
            <a:xfrm>
              <a:off x="2598420" y="1100327"/>
              <a:ext cx="1268095" cy="824865"/>
            </a:xfrm>
            <a:custGeom>
              <a:rect b="b" l="l" r="r" t="t"/>
              <a:pathLst>
                <a:path extrusionOk="0" h="824864" w="1268095">
                  <a:moveTo>
                    <a:pt x="1130554" y="0"/>
                  </a:moveTo>
                  <a:lnTo>
                    <a:pt x="137413" y="0"/>
                  </a:lnTo>
                  <a:lnTo>
                    <a:pt x="93959" y="7000"/>
                  </a:lnTo>
                  <a:lnTo>
                    <a:pt x="56235" y="26497"/>
                  </a:lnTo>
                  <a:lnTo>
                    <a:pt x="26497" y="56235"/>
                  </a:lnTo>
                  <a:lnTo>
                    <a:pt x="7000" y="93959"/>
                  </a:lnTo>
                  <a:lnTo>
                    <a:pt x="0" y="137413"/>
                  </a:lnTo>
                  <a:lnTo>
                    <a:pt x="0" y="687070"/>
                  </a:lnTo>
                  <a:lnTo>
                    <a:pt x="7000" y="730524"/>
                  </a:lnTo>
                  <a:lnTo>
                    <a:pt x="26497" y="768248"/>
                  </a:lnTo>
                  <a:lnTo>
                    <a:pt x="56235" y="797986"/>
                  </a:lnTo>
                  <a:lnTo>
                    <a:pt x="93959" y="817483"/>
                  </a:lnTo>
                  <a:lnTo>
                    <a:pt x="137413" y="824484"/>
                  </a:lnTo>
                  <a:lnTo>
                    <a:pt x="1130554" y="824484"/>
                  </a:lnTo>
                  <a:lnTo>
                    <a:pt x="1174008" y="817483"/>
                  </a:lnTo>
                  <a:lnTo>
                    <a:pt x="1211732" y="797986"/>
                  </a:lnTo>
                  <a:lnTo>
                    <a:pt x="1241470" y="768248"/>
                  </a:lnTo>
                  <a:lnTo>
                    <a:pt x="1260967" y="730524"/>
                  </a:lnTo>
                  <a:lnTo>
                    <a:pt x="1267968" y="687070"/>
                  </a:lnTo>
                  <a:lnTo>
                    <a:pt x="1267968" y="137413"/>
                  </a:lnTo>
                  <a:lnTo>
                    <a:pt x="1260967" y="93959"/>
                  </a:lnTo>
                  <a:lnTo>
                    <a:pt x="1241470" y="56235"/>
                  </a:lnTo>
                  <a:lnTo>
                    <a:pt x="1211732" y="26497"/>
                  </a:lnTo>
                  <a:lnTo>
                    <a:pt x="1174008" y="7000"/>
                  </a:lnTo>
                  <a:lnTo>
                    <a:pt x="1130554"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299" name="Google Shape;299;p11"/>
          <p:cNvSpPr txBox="1"/>
          <p:nvPr/>
        </p:nvSpPr>
        <p:spPr>
          <a:xfrm>
            <a:off x="1413956" y="545771"/>
            <a:ext cx="431877" cy="415437"/>
          </a:xfrm>
          <a:prstGeom prst="rect">
            <a:avLst/>
          </a:prstGeom>
          <a:noFill/>
          <a:ln>
            <a:noFill/>
          </a:ln>
        </p:spPr>
        <p:txBody>
          <a:bodyPr anchorCtr="0" anchor="t" bIns="0" lIns="0" spcFirstLastPara="1" rIns="0" wrap="square" tIns="15675">
            <a:spAutoFit/>
          </a:bodyPr>
          <a:lstStyle/>
          <a:p>
            <a:pPr indent="32977" lvl="0" marL="6403" marR="2561" rtl="0" algn="just">
              <a:lnSpc>
                <a:spcPct val="91500"/>
              </a:lnSpc>
              <a:spcBef>
                <a:spcPts val="0"/>
              </a:spcBef>
              <a:spcAft>
                <a:spcPts val="0"/>
              </a:spcAft>
              <a:buNone/>
            </a:pPr>
            <a:r>
              <a:rPr lang="en-US" sz="706">
                <a:solidFill>
                  <a:srgbClr val="FFFFFF"/>
                </a:solidFill>
                <a:latin typeface="Calibri"/>
                <a:ea typeface="Calibri"/>
                <a:cs typeface="Calibri"/>
                <a:sym typeface="Calibri"/>
              </a:rPr>
              <a:t>Isolatable  Systems,  Controlled  Experiment</a:t>
            </a:r>
            <a:endParaRPr sz="706">
              <a:solidFill>
                <a:schemeClr val="dk1"/>
              </a:solidFill>
              <a:latin typeface="Calibri"/>
              <a:ea typeface="Calibri"/>
              <a:cs typeface="Calibri"/>
              <a:sym typeface="Calibri"/>
            </a:endParaRPr>
          </a:p>
        </p:txBody>
      </p:sp>
      <p:grpSp>
        <p:nvGrpSpPr>
          <p:cNvPr id="300" name="Google Shape;300;p11"/>
          <p:cNvGrpSpPr/>
          <p:nvPr/>
        </p:nvGrpSpPr>
        <p:grpSpPr>
          <a:xfrm>
            <a:off x="1896480" y="378847"/>
            <a:ext cx="752037" cy="1296982"/>
            <a:chOff x="3761613" y="748283"/>
            <a:chExt cx="1491644" cy="2572526"/>
          </a:xfrm>
        </p:grpSpPr>
        <p:sp>
          <p:nvSpPr>
            <p:cNvPr id="301" name="Google Shape;301;p11"/>
            <p:cNvSpPr/>
            <p:nvPr/>
          </p:nvSpPr>
          <p:spPr>
            <a:xfrm>
              <a:off x="3761613" y="748283"/>
              <a:ext cx="852169" cy="348615"/>
            </a:xfrm>
            <a:custGeom>
              <a:rect b="b" l="l" r="r" t="t"/>
              <a:pathLst>
                <a:path extrusionOk="0" h="348615" w="852170">
                  <a:moveTo>
                    <a:pt x="0" y="348233"/>
                  </a:moveTo>
                  <a:lnTo>
                    <a:pt x="44102" y="321757"/>
                  </a:lnTo>
                  <a:lnTo>
                    <a:pt x="88644" y="296095"/>
                  </a:lnTo>
                  <a:lnTo>
                    <a:pt x="133615" y="271250"/>
                  </a:lnTo>
                  <a:lnTo>
                    <a:pt x="179003" y="247229"/>
                  </a:lnTo>
                  <a:lnTo>
                    <a:pt x="224797" y="224036"/>
                  </a:lnTo>
                  <a:lnTo>
                    <a:pt x="270985" y="201675"/>
                  </a:lnTo>
                  <a:lnTo>
                    <a:pt x="317555" y="180152"/>
                  </a:lnTo>
                  <a:lnTo>
                    <a:pt x="364496" y="159471"/>
                  </a:lnTo>
                  <a:lnTo>
                    <a:pt x="411797" y="139636"/>
                  </a:lnTo>
                  <a:lnTo>
                    <a:pt x="459446" y="120653"/>
                  </a:lnTo>
                  <a:lnTo>
                    <a:pt x="507431" y="102525"/>
                  </a:lnTo>
                  <a:lnTo>
                    <a:pt x="555742" y="85259"/>
                  </a:lnTo>
                  <a:lnTo>
                    <a:pt x="604366" y="68858"/>
                  </a:lnTo>
                  <a:lnTo>
                    <a:pt x="653293" y="53327"/>
                  </a:lnTo>
                  <a:lnTo>
                    <a:pt x="702509" y="38671"/>
                  </a:lnTo>
                  <a:lnTo>
                    <a:pt x="752005" y="24895"/>
                  </a:lnTo>
                  <a:lnTo>
                    <a:pt x="801769" y="12003"/>
                  </a:lnTo>
                  <a:lnTo>
                    <a:pt x="851788" y="0"/>
                  </a:lnTo>
                </a:path>
              </a:pathLst>
            </a:custGeom>
            <a:noFill/>
            <a:ln cap="flat" cmpd="sng" w="9525">
              <a:solidFill>
                <a:srgbClr val="4F81B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302" name="Google Shape;302;p11"/>
            <p:cNvPicPr preferRelativeResize="0"/>
            <p:nvPr/>
          </p:nvPicPr>
          <p:blipFill rotWithShape="1">
            <a:blip r:embed="rId25">
              <a:alphaModFix/>
            </a:blip>
            <a:srcRect b="0" l="0" r="0" t="0"/>
            <a:stretch/>
          </p:blipFill>
          <p:spPr>
            <a:xfrm>
              <a:off x="3886169" y="2334766"/>
              <a:ext cx="1367088" cy="986043"/>
            </a:xfrm>
            <a:prstGeom prst="rect">
              <a:avLst/>
            </a:prstGeom>
            <a:noFill/>
            <a:ln>
              <a:noFill/>
            </a:ln>
          </p:spPr>
        </p:pic>
        <p:sp>
          <p:nvSpPr>
            <p:cNvPr id="303" name="Google Shape;303;p11"/>
            <p:cNvSpPr/>
            <p:nvPr/>
          </p:nvSpPr>
          <p:spPr>
            <a:xfrm>
              <a:off x="3924300" y="2350008"/>
              <a:ext cx="1295400" cy="914400"/>
            </a:xfrm>
            <a:custGeom>
              <a:rect b="b" l="l" r="r" t="t"/>
              <a:pathLst>
                <a:path extrusionOk="0" h="914400" w="1295400">
                  <a:moveTo>
                    <a:pt x="1295400" y="0"/>
                  </a:moveTo>
                  <a:lnTo>
                    <a:pt x="0" y="0"/>
                  </a:lnTo>
                  <a:lnTo>
                    <a:pt x="0" y="914400"/>
                  </a:lnTo>
                  <a:lnTo>
                    <a:pt x="1295400" y="914400"/>
                  </a:lnTo>
                  <a:lnTo>
                    <a:pt x="1295400"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304" name="Google Shape;304;p11"/>
            <p:cNvSpPr/>
            <p:nvPr/>
          </p:nvSpPr>
          <p:spPr>
            <a:xfrm>
              <a:off x="3924300" y="2350008"/>
              <a:ext cx="1295400" cy="914400"/>
            </a:xfrm>
            <a:custGeom>
              <a:rect b="b" l="l" r="r" t="t"/>
              <a:pathLst>
                <a:path extrusionOk="0" h="914400" w="1295400">
                  <a:moveTo>
                    <a:pt x="0" y="914400"/>
                  </a:moveTo>
                  <a:lnTo>
                    <a:pt x="1295400" y="914400"/>
                  </a:lnTo>
                  <a:lnTo>
                    <a:pt x="1295400" y="0"/>
                  </a:lnTo>
                  <a:lnTo>
                    <a:pt x="0" y="0"/>
                  </a:lnTo>
                  <a:lnTo>
                    <a:pt x="0" y="914400"/>
                  </a:lnTo>
                  <a:close/>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305" name="Google Shape;305;p11"/>
          <p:cNvSpPr txBox="1"/>
          <p:nvPr/>
        </p:nvSpPr>
        <p:spPr>
          <a:xfrm>
            <a:off x="1982727" y="1333650"/>
            <a:ext cx="648936" cy="146184"/>
          </a:xfrm>
          <a:prstGeom prst="rect">
            <a:avLst/>
          </a:prstGeom>
          <a:noFill/>
          <a:ln>
            <a:noFill/>
          </a:ln>
        </p:spPr>
        <p:txBody>
          <a:bodyPr anchorCtr="0" anchor="t" bIns="0" lIns="0" spcFirstLastPara="1" rIns="0" wrap="square" tIns="6400">
            <a:spAutoFit/>
          </a:bodyPr>
          <a:lstStyle/>
          <a:p>
            <a:pPr indent="0" lvl="0" marL="118462" marR="0" rtl="0" algn="l">
              <a:spcBef>
                <a:spcPts val="0"/>
              </a:spcBef>
              <a:spcAft>
                <a:spcPts val="0"/>
              </a:spcAft>
              <a:buNone/>
            </a:pPr>
            <a:r>
              <a:rPr lang="en-US" sz="908">
                <a:solidFill>
                  <a:srgbClr val="FFFFFF"/>
                </a:solidFill>
                <a:latin typeface="Calibri"/>
                <a:ea typeface="Calibri"/>
                <a:cs typeface="Calibri"/>
                <a:sym typeface="Calibri"/>
              </a:rPr>
              <a:t>Complex</a:t>
            </a:r>
            <a:endParaRPr sz="908">
              <a:solidFill>
                <a:schemeClr val="dk1"/>
              </a:solidFill>
              <a:latin typeface="Calibri"/>
              <a:ea typeface="Calibri"/>
              <a:cs typeface="Calibri"/>
              <a:sym typeface="Calibri"/>
            </a:endParaRPr>
          </a:p>
        </p:txBody>
      </p:sp>
      <p:grpSp>
        <p:nvGrpSpPr>
          <p:cNvPr id="306" name="Google Shape;306;p11"/>
          <p:cNvGrpSpPr/>
          <p:nvPr/>
        </p:nvGrpSpPr>
        <p:grpSpPr>
          <a:xfrm>
            <a:off x="1958524" y="1645095"/>
            <a:ext cx="699198" cy="506336"/>
            <a:chOff x="3884676" y="3259848"/>
            <a:chExt cx="1386839" cy="1004303"/>
          </a:xfrm>
        </p:grpSpPr>
        <p:pic>
          <p:nvPicPr>
            <p:cNvPr id="307" name="Google Shape;307;p11"/>
            <p:cNvPicPr preferRelativeResize="0"/>
            <p:nvPr/>
          </p:nvPicPr>
          <p:blipFill rotWithShape="1">
            <a:blip r:embed="rId26">
              <a:alphaModFix/>
            </a:blip>
            <a:srcRect b="0" l="0" r="0" t="0"/>
            <a:stretch/>
          </p:blipFill>
          <p:spPr>
            <a:xfrm>
              <a:off x="3884676" y="3259848"/>
              <a:ext cx="1386839" cy="1004303"/>
            </a:xfrm>
            <a:prstGeom prst="rect">
              <a:avLst/>
            </a:prstGeom>
            <a:noFill/>
            <a:ln>
              <a:noFill/>
            </a:ln>
          </p:spPr>
        </p:pic>
        <p:sp>
          <p:nvSpPr>
            <p:cNvPr id="308" name="Google Shape;308;p11"/>
            <p:cNvSpPr/>
            <p:nvPr/>
          </p:nvSpPr>
          <p:spPr>
            <a:xfrm>
              <a:off x="3931920" y="3284219"/>
              <a:ext cx="1297305" cy="914400"/>
            </a:xfrm>
            <a:custGeom>
              <a:rect b="b" l="l" r="r" t="t"/>
              <a:pathLst>
                <a:path extrusionOk="0" h="914400" w="1297304">
                  <a:moveTo>
                    <a:pt x="1296924" y="0"/>
                  </a:moveTo>
                  <a:lnTo>
                    <a:pt x="0" y="0"/>
                  </a:lnTo>
                  <a:lnTo>
                    <a:pt x="0" y="914399"/>
                  </a:lnTo>
                  <a:lnTo>
                    <a:pt x="1296924" y="914399"/>
                  </a:lnTo>
                  <a:lnTo>
                    <a:pt x="1296924"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309" name="Google Shape;309;p11"/>
            <p:cNvSpPr/>
            <p:nvPr/>
          </p:nvSpPr>
          <p:spPr>
            <a:xfrm>
              <a:off x="3931920" y="3284219"/>
              <a:ext cx="1297305" cy="914400"/>
            </a:xfrm>
            <a:custGeom>
              <a:rect b="b" l="l" r="r" t="t"/>
              <a:pathLst>
                <a:path extrusionOk="0" h="914400" w="1297304">
                  <a:moveTo>
                    <a:pt x="0" y="914399"/>
                  </a:moveTo>
                  <a:lnTo>
                    <a:pt x="1296924" y="914399"/>
                  </a:lnTo>
                  <a:lnTo>
                    <a:pt x="1296924" y="0"/>
                  </a:lnTo>
                  <a:lnTo>
                    <a:pt x="0" y="0"/>
                  </a:lnTo>
                  <a:lnTo>
                    <a:pt x="0" y="914399"/>
                  </a:lnTo>
                  <a:close/>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310" name="Google Shape;310;p11"/>
          <p:cNvSpPr txBox="1"/>
          <p:nvPr/>
        </p:nvSpPr>
        <p:spPr>
          <a:xfrm>
            <a:off x="1982727" y="1805289"/>
            <a:ext cx="648936" cy="146184"/>
          </a:xfrm>
          <a:prstGeom prst="rect">
            <a:avLst/>
          </a:prstGeom>
          <a:noFill/>
          <a:ln>
            <a:noFill/>
          </a:ln>
        </p:spPr>
        <p:txBody>
          <a:bodyPr anchorCtr="0" anchor="t" bIns="0" lIns="0" spcFirstLastPara="1" rIns="0" wrap="square" tIns="6400">
            <a:spAutoFit/>
          </a:bodyPr>
          <a:lstStyle/>
          <a:p>
            <a:pPr indent="0" lvl="0" marL="112379" marR="0" rtl="0" algn="l">
              <a:spcBef>
                <a:spcPts val="0"/>
              </a:spcBef>
              <a:spcAft>
                <a:spcPts val="0"/>
              </a:spcAft>
              <a:buNone/>
            </a:pPr>
            <a:r>
              <a:rPr lang="en-US" sz="908">
                <a:solidFill>
                  <a:srgbClr val="FFFFFF"/>
                </a:solidFill>
                <a:latin typeface="Calibri"/>
                <a:ea typeface="Calibri"/>
                <a:cs typeface="Calibri"/>
                <a:sym typeface="Calibri"/>
              </a:rPr>
              <a:t>Technical</a:t>
            </a:r>
            <a:endParaRPr sz="908">
              <a:solidFill>
                <a:schemeClr val="dk1"/>
              </a:solidFill>
              <a:latin typeface="Calibri"/>
              <a:ea typeface="Calibri"/>
              <a:cs typeface="Calibri"/>
              <a:sym typeface="Calibri"/>
            </a:endParaRPr>
          </a:p>
        </p:txBody>
      </p:sp>
      <p:pic>
        <p:nvPicPr>
          <p:cNvPr id="311" name="Google Shape;311;p11"/>
          <p:cNvPicPr preferRelativeResize="0"/>
          <p:nvPr/>
        </p:nvPicPr>
        <p:blipFill rotWithShape="1">
          <a:blip r:embed="rId27">
            <a:alphaModFix/>
          </a:blip>
          <a:srcRect b="0" l="0" r="0" t="0"/>
          <a:stretch/>
        </p:blipFill>
        <p:spPr>
          <a:xfrm>
            <a:off x="1522869" y="40005"/>
            <a:ext cx="2461025" cy="2149843"/>
          </a:xfrm>
          <a:prstGeom prst="rect">
            <a:avLst/>
          </a:prstGeom>
          <a:noFill/>
          <a:ln>
            <a:noFill/>
          </a:ln>
        </p:spPr>
      </p:pic>
      <p:grpSp>
        <p:nvGrpSpPr>
          <p:cNvPr id="312" name="Google Shape;312;p11"/>
          <p:cNvGrpSpPr/>
          <p:nvPr/>
        </p:nvGrpSpPr>
        <p:grpSpPr>
          <a:xfrm>
            <a:off x="131815" y="63951"/>
            <a:ext cx="3814921" cy="3314669"/>
            <a:chOff x="268224" y="124967"/>
            <a:chExt cx="7566787" cy="6574549"/>
          </a:xfrm>
        </p:grpSpPr>
        <p:pic>
          <p:nvPicPr>
            <p:cNvPr id="313" name="Google Shape;313;p11"/>
            <p:cNvPicPr preferRelativeResize="0"/>
            <p:nvPr/>
          </p:nvPicPr>
          <p:blipFill rotWithShape="1">
            <a:blip r:embed="rId28">
              <a:alphaModFix/>
            </a:blip>
            <a:srcRect b="0" l="0" r="0" t="0"/>
            <a:stretch/>
          </p:blipFill>
          <p:spPr>
            <a:xfrm>
              <a:off x="1822704" y="5884164"/>
              <a:ext cx="1679447" cy="815352"/>
            </a:xfrm>
            <a:prstGeom prst="rect">
              <a:avLst/>
            </a:prstGeom>
            <a:noFill/>
            <a:ln>
              <a:noFill/>
            </a:ln>
          </p:spPr>
        </p:pic>
        <p:sp>
          <p:nvSpPr>
            <p:cNvPr id="314" name="Google Shape;314;p11"/>
            <p:cNvSpPr/>
            <p:nvPr/>
          </p:nvSpPr>
          <p:spPr>
            <a:xfrm>
              <a:off x="1980438" y="5963183"/>
              <a:ext cx="1369060" cy="621665"/>
            </a:xfrm>
            <a:custGeom>
              <a:rect b="b" l="l" r="r" t="t"/>
              <a:pathLst>
                <a:path extrusionOk="0" h="621665" w="1369060">
                  <a:moveTo>
                    <a:pt x="1296489" y="573301"/>
                  </a:moveTo>
                  <a:lnTo>
                    <a:pt x="1251966" y="598576"/>
                  </a:lnTo>
                  <a:lnTo>
                    <a:pt x="1249807" y="606488"/>
                  </a:lnTo>
                  <a:lnTo>
                    <a:pt x="1253236" y="612698"/>
                  </a:lnTo>
                  <a:lnTo>
                    <a:pt x="1256792" y="618921"/>
                  </a:lnTo>
                  <a:lnTo>
                    <a:pt x="1264666" y="621106"/>
                  </a:lnTo>
                  <a:lnTo>
                    <a:pt x="1346242" y="574852"/>
                  </a:lnTo>
                  <a:lnTo>
                    <a:pt x="1342644" y="574852"/>
                  </a:lnTo>
                  <a:lnTo>
                    <a:pt x="1335913" y="574763"/>
                  </a:lnTo>
                  <a:lnTo>
                    <a:pt x="1303654" y="573709"/>
                  </a:lnTo>
                  <a:lnTo>
                    <a:pt x="1296489" y="573301"/>
                  </a:lnTo>
                  <a:close/>
                </a:path>
                <a:path extrusionOk="0" h="621665" w="1369060">
                  <a:moveTo>
                    <a:pt x="1317112" y="561594"/>
                  </a:moveTo>
                  <a:lnTo>
                    <a:pt x="1296489" y="573301"/>
                  </a:lnTo>
                  <a:lnTo>
                    <a:pt x="1303654" y="573709"/>
                  </a:lnTo>
                  <a:lnTo>
                    <a:pt x="1335913" y="574763"/>
                  </a:lnTo>
                  <a:lnTo>
                    <a:pt x="1342644" y="574852"/>
                  </a:lnTo>
                  <a:lnTo>
                    <a:pt x="1342671" y="573011"/>
                  </a:lnTo>
                  <a:lnTo>
                    <a:pt x="1336166" y="573011"/>
                  </a:lnTo>
                  <a:lnTo>
                    <a:pt x="1317112" y="561594"/>
                  </a:lnTo>
                  <a:close/>
                </a:path>
                <a:path extrusionOk="0" h="621665" w="1369060">
                  <a:moveTo>
                    <a:pt x="1266189" y="500849"/>
                  </a:moveTo>
                  <a:lnTo>
                    <a:pt x="1258189" y="502843"/>
                  </a:lnTo>
                  <a:lnTo>
                    <a:pt x="1250823" y="515111"/>
                  </a:lnTo>
                  <a:lnTo>
                    <a:pt x="1252855" y="523074"/>
                  </a:lnTo>
                  <a:lnTo>
                    <a:pt x="1293014" y="547155"/>
                  </a:lnTo>
                  <a:lnTo>
                    <a:pt x="1305052" y="547839"/>
                  </a:lnTo>
                  <a:lnTo>
                    <a:pt x="1336802" y="548868"/>
                  </a:lnTo>
                  <a:lnTo>
                    <a:pt x="1343025" y="548944"/>
                  </a:lnTo>
                  <a:lnTo>
                    <a:pt x="1342644" y="574852"/>
                  </a:lnTo>
                  <a:lnTo>
                    <a:pt x="1346242" y="574852"/>
                  </a:lnTo>
                  <a:lnTo>
                    <a:pt x="1368552" y="562203"/>
                  </a:lnTo>
                  <a:lnTo>
                    <a:pt x="1266189" y="500849"/>
                  </a:lnTo>
                  <a:close/>
                </a:path>
                <a:path extrusionOk="0" h="621665" w="1369060">
                  <a:moveTo>
                    <a:pt x="696393" y="299783"/>
                  </a:moveTo>
                  <a:lnTo>
                    <a:pt x="670432" y="299783"/>
                  </a:lnTo>
                  <a:lnTo>
                    <a:pt x="670813" y="301878"/>
                  </a:lnTo>
                  <a:lnTo>
                    <a:pt x="670590" y="301878"/>
                  </a:lnTo>
                  <a:lnTo>
                    <a:pt x="671322" y="311594"/>
                  </a:lnTo>
                  <a:lnTo>
                    <a:pt x="672464" y="324827"/>
                  </a:lnTo>
                  <a:lnTo>
                    <a:pt x="672719" y="325526"/>
                  </a:lnTo>
                  <a:lnTo>
                    <a:pt x="675639" y="337248"/>
                  </a:lnTo>
                  <a:lnTo>
                    <a:pt x="697484" y="376656"/>
                  </a:lnTo>
                  <a:lnTo>
                    <a:pt x="734694" y="412851"/>
                  </a:lnTo>
                  <a:lnTo>
                    <a:pt x="766826" y="435444"/>
                  </a:lnTo>
                  <a:lnTo>
                    <a:pt x="804418" y="456831"/>
                  </a:lnTo>
                  <a:lnTo>
                    <a:pt x="846582" y="476935"/>
                  </a:lnTo>
                  <a:lnTo>
                    <a:pt x="893572" y="495642"/>
                  </a:lnTo>
                  <a:lnTo>
                    <a:pt x="944118" y="512800"/>
                  </a:lnTo>
                  <a:lnTo>
                    <a:pt x="998219" y="528218"/>
                  </a:lnTo>
                  <a:lnTo>
                    <a:pt x="1055243" y="541781"/>
                  </a:lnTo>
                  <a:lnTo>
                    <a:pt x="1114806" y="553326"/>
                  </a:lnTo>
                  <a:lnTo>
                    <a:pt x="1176401" y="562559"/>
                  </a:lnTo>
                  <a:lnTo>
                    <a:pt x="1239520" y="569379"/>
                  </a:lnTo>
                  <a:lnTo>
                    <a:pt x="1296489" y="573301"/>
                  </a:lnTo>
                  <a:lnTo>
                    <a:pt x="1317112" y="561594"/>
                  </a:lnTo>
                  <a:lnTo>
                    <a:pt x="1293014" y="547155"/>
                  </a:lnTo>
                  <a:lnTo>
                    <a:pt x="1273556" y="546049"/>
                  </a:lnTo>
                  <a:lnTo>
                    <a:pt x="1242060" y="543598"/>
                  </a:lnTo>
                  <a:lnTo>
                    <a:pt x="1180084" y="536892"/>
                  </a:lnTo>
                  <a:lnTo>
                    <a:pt x="1119505" y="527837"/>
                  </a:lnTo>
                  <a:lnTo>
                    <a:pt x="1060958" y="516521"/>
                  </a:lnTo>
                  <a:lnTo>
                    <a:pt x="1005078" y="503224"/>
                  </a:lnTo>
                  <a:lnTo>
                    <a:pt x="952119" y="488162"/>
                  </a:lnTo>
                  <a:lnTo>
                    <a:pt x="902716" y="471411"/>
                  </a:lnTo>
                  <a:lnTo>
                    <a:pt x="857376" y="453351"/>
                  </a:lnTo>
                  <a:lnTo>
                    <a:pt x="816737" y="434022"/>
                  </a:lnTo>
                  <a:lnTo>
                    <a:pt x="781176" y="413867"/>
                  </a:lnTo>
                  <a:lnTo>
                    <a:pt x="738759" y="382485"/>
                  </a:lnTo>
                  <a:lnTo>
                    <a:pt x="710945" y="351167"/>
                  </a:lnTo>
                  <a:lnTo>
                    <a:pt x="700889" y="330911"/>
                  </a:lnTo>
                  <a:lnTo>
                    <a:pt x="700151" y="329120"/>
                  </a:lnTo>
                  <a:lnTo>
                    <a:pt x="700319" y="329120"/>
                  </a:lnTo>
                  <a:lnTo>
                    <a:pt x="698290" y="321322"/>
                  </a:lnTo>
                  <a:lnTo>
                    <a:pt x="698119" y="321322"/>
                  </a:lnTo>
                  <a:lnTo>
                    <a:pt x="697738" y="319201"/>
                  </a:lnTo>
                  <a:lnTo>
                    <a:pt x="697959" y="319201"/>
                  </a:lnTo>
                  <a:lnTo>
                    <a:pt x="697230" y="309511"/>
                  </a:lnTo>
                  <a:lnTo>
                    <a:pt x="696573" y="301878"/>
                  </a:lnTo>
                  <a:lnTo>
                    <a:pt x="670813" y="301878"/>
                  </a:lnTo>
                  <a:lnTo>
                    <a:pt x="670498" y="300657"/>
                  </a:lnTo>
                  <a:lnTo>
                    <a:pt x="696468" y="300657"/>
                  </a:lnTo>
                  <a:lnTo>
                    <a:pt x="696393" y="299783"/>
                  </a:lnTo>
                  <a:close/>
                </a:path>
                <a:path extrusionOk="0" h="621665" w="1369060">
                  <a:moveTo>
                    <a:pt x="1336421" y="550633"/>
                  </a:moveTo>
                  <a:lnTo>
                    <a:pt x="1317112" y="561594"/>
                  </a:lnTo>
                  <a:lnTo>
                    <a:pt x="1336166" y="573011"/>
                  </a:lnTo>
                  <a:lnTo>
                    <a:pt x="1336421" y="550633"/>
                  </a:lnTo>
                  <a:close/>
                </a:path>
                <a:path extrusionOk="0" h="621665" w="1369060">
                  <a:moveTo>
                    <a:pt x="1343000" y="550633"/>
                  </a:moveTo>
                  <a:lnTo>
                    <a:pt x="1336421" y="550633"/>
                  </a:lnTo>
                  <a:lnTo>
                    <a:pt x="1336166" y="573011"/>
                  </a:lnTo>
                  <a:lnTo>
                    <a:pt x="1342671" y="573011"/>
                  </a:lnTo>
                  <a:lnTo>
                    <a:pt x="1343000" y="550633"/>
                  </a:lnTo>
                  <a:close/>
                </a:path>
                <a:path extrusionOk="0" h="621665" w="1369060">
                  <a:moveTo>
                    <a:pt x="1293014" y="547155"/>
                  </a:moveTo>
                  <a:lnTo>
                    <a:pt x="1317112" y="561594"/>
                  </a:lnTo>
                  <a:lnTo>
                    <a:pt x="1336421" y="550633"/>
                  </a:lnTo>
                  <a:lnTo>
                    <a:pt x="1343000" y="550633"/>
                  </a:lnTo>
                  <a:lnTo>
                    <a:pt x="1343025" y="548944"/>
                  </a:lnTo>
                  <a:lnTo>
                    <a:pt x="1336802" y="548868"/>
                  </a:lnTo>
                  <a:lnTo>
                    <a:pt x="1305052" y="547839"/>
                  </a:lnTo>
                  <a:lnTo>
                    <a:pt x="1293014" y="547155"/>
                  </a:lnTo>
                  <a:close/>
                </a:path>
                <a:path extrusionOk="0" h="621665" w="1369060">
                  <a:moveTo>
                    <a:pt x="700151" y="329120"/>
                  </a:moveTo>
                  <a:lnTo>
                    <a:pt x="700786" y="330911"/>
                  </a:lnTo>
                  <a:lnTo>
                    <a:pt x="700609" y="330232"/>
                  </a:lnTo>
                  <a:lnTo>
                    <a:pt x="700151" y="329120"/>
                  </a:lnTo>
                  <a:close/>
                </a:path>
                <a:path extrusionOk="0" h="621665" w="1369060">
                  <a:moveTo>
                    <a:pt x="700609" y="330232"/>
                  </a:moveTo>
                  <a:lnTo>
                    <a:pt x="700786" y="330911"/>
                  </a:lnTo>
                  <a:lnTo>
                    <a:pt x="700609" y="330232"/>
                  </a:lnTo>
                  <a:close/>
                </a:path>
                <a:path extrusionOk="0" h="621665" w="1369060">
                  <a:moveTo>
                    <a:pt x="700319" y="329120"/>
                  </a:moveTo>
                  <a:lnTo>
                    <a:pt x="700151" y="329120"/>
                  </a:lnTo>
                  <a:lnTo>
                    <a:pt x="700609" y="330232"/>
                  </a:lnTo>
                  <a:lnTo>
                    <a:pt x="700319" y="329120"/>
                  </a:lnTo>
                  <a:close/>
                </a:path>
                <a:path extrusionOk="0" h="621665" w="1369060">
                  <a:moveTo>
                    <a:pt x="697738" y="319201"/>
                  </a:moveTo>
                  <a:lnTo>
                    <a:pt x="698119" y="321322"/>
                  </a:lnTo>
                  <a:lnTo>
                    <a:pt x="698049" y="320398"/>
                  </a:lnTo>
                  <a:lnTo>
                    <a:pt x="697738" y="319201"/>
                  </a:lnTo>
                  <a:close/>
                </a:path>
                <a:path extrusionOk="0" h="621665" w="1369060">
                  <a:moveTo>
                    <a:pt x="698049" y="320398"/>
                  </a:moveTo>
                  <a:lnTo>
                    <a:pt x="698119" y="321322"/>
                  </a:lnTo>
                  <a:lnTo>
                    <a:pt x="698290" y="321322"/>
                  </a:lnTo>
                  <a:lnTo>
                    <a:pt x="698049" y="320398"/>
                  </a:lnTo>
                  <a:close/>
                </a:path>
                <a:path extrusionOk="0" h="621665" w="1369060">
                  <a:moveTo>
                    <a:pt x="697959" y="319201"/>
                  </a:moveTo>
                  <a:lnTo>
                    <a:pt x="697738" y="319201"/>
                  </a:lnTo>
                  <a:lnTo>
                    <a:pt x="698049" y="320398"/>
                  </a:lnTo>
                  <a:lnTo>
                    <a:pt x="697959" y="319201"/>
                  </a:lnTo>
                  <a:close/>
                </a:path>
                <a:path extrusionOk="0" h="621665" w="1369060">
                  <a:moveTo>
                    <a:pt x="670432" y="299783"/>
                  </a:moveTo>
                  <a:lnTo>
                    <a:pt x="670498" y="300657"/>
                  </a:lnTo>
                  <a:lnTo>
                    <a:pt x="670813" y="301878"/>
                  </a:lnTo>
                  <a:lnTo>
                    <a:pt x="670432" y="299783"/>
                  </a:lnTo>
                  <a:close/>
                </a:path>
                <a:path extrusionOk="0" h="621665" w="1369060">
                  <a:moveTo>
                    <a:pt x="667955" y="290801"/>
                  </a:moveTo>
                  <a:lnTo>
                    <a:pt x="670498" y="300657"/>
                  </a:lnTo>
                  <a:lnTo>
                    <a:pt x="670432" y="299783"/>
                  </a:lnTo>
                  <a:lnTo>
                    <a:pt x="696393" y="299783"/>
                  </a:lnTo>
                  <a:lnTo>
                    <a:pt x="696087" y="296290"/>
                  </a:lnTo>
                  <a:lnTo>
                    <a:pt x="695832" y="295605"/>
                  </a:lnTo>
                  <a:lnTo>
                    <a:pt x="694915" y="291896"/>
                  </a:lnTo>
                  <a:lnTo>
                    <a:pt x="668401" y="291896"/>
                  </a:lnTo>
                  <a:lnTo>
                    <a:pt x="667955" y="290801"/>
                  </a:lnTo>
                  <a:close/>
                </a:path>
                <a:path extrusionOk="0" h="621665" w="1369060">
                  <a:moveTo>
                    <a:pt x="667766" y="290067"/>
                  </a:moveTo>
                  <a:lnTo>
                    <a:pt x="667955" y="290801"/>
                  </a:lnTo>
                  <a:lnTo>
                    <a:pt x="668401" y="291896"/>
                  </a:lnTo>
                  <a:lnTo>
                    <a:pt x="667766" y="290067"/>
                  </a:lnTo>
                  <a:close/>
                </a:path>
                <a:path extrusionOk="0" h="621665" w="1369060">
                  <a:moveTo>
                    <a:pt x="694463" y="290067"/>
                  </a:moveTo>
                  <a:lnTo>
                    <a:pt x="667766" y="290067"/>
                  </a:lnTo>
                  <a:lnTo>
                    <a:pt x="668401" y="291896"/>
                  </a:lnTo>
                  <a:lnTo>
                    <a:pt x="694915" y="291896"/>
                  </a:lnTo>
                  <a:lnTo>
                    <a:pt x="694463" y="290067"/>
                  </a:lnTo>
                  <a:close/>
                </a:path>
                <a:path extrusionOk="0" h="621665" w="1369060">
                  <a:moveTo>
                    <a:pt x="71932" y="47805"/>
                  </a:moveTo>
                  <a:lnTo>
                    <a:pt x="51314" y="59510"/>
                  </a:lnTo>
                  <a:lnTo>
                    <a:pt x="75419" y="73949"/>
                  </a:lnTo>
                  <a:lnTo>
                    <a:pt x="95123" y="75069"/>
                  </a:lnTo>
                  <a:lnTo>
                    <a:pt x="126618" y="77444"/>
                  </a:lnTo>
                  <a:lnTo>
                    <a:pt x="188722" y="84239"/>
                  </a:lnTo>
                  <a:lnTo>
                    <a:pt x="249174" y="93319"/>
                  </a:lnTo>
                  <a:lnTo>
                    <a:pt x="307720" y="104647"/>
                  </a:lnTo>
                  <a:lnTo>
                    <a:pt x="363728" y="117957"/>
                  </a:lnTo>
                  <a:lnTo>
                    <a:pt x="416687" y="133032"/>
                  </a:lnTo>
                  <a:lnTo>
                    <a:pt x="466089" y="149796"/>
                  </a:lnTo>
                  <a:lnTo>
                    <a:pt x="511429" y="167906"/>
                  </a:lnTo>
                  <a:lnTo>
                    <a:pt x="552323" y="187210"/>
                  </a:lnTo>
                  <a:lnTo>
                    <a:pt x="587756" y="207530"/>
                  </a:lnTo>
                  <a:lnTo>
                    <a:pt x="630428" y="239217"/>
                  </a:lnTo>
                  <a:lnTo>
                    <a:pt x="658494" y="271208"/>
                  </a:lnTo>
                  <a:lnTo>
                    <a:pt x="667955" y="290801"/>
                  </a:lnTo>
                  <a:lnTo>
                    <a:pt x="667766" y="290067"/>
                  </a:lnTo>
                  <a:lnTo>
                    <a:pt x="694463" y="290067"/>
                  </a:lnTo>
                  <a:lnTo>
                    <a:pt x="692912" y="283794"/>
                  </a:lnTo>
                  <a:lnTo>
                    <a:pt x="692785" y="283171"/>
                  </a:lnTo>
                  <a:lnTo>
                    <a:pt x="670306" y="243535"/>
                  </a:lnTo>
                  <a:lnTo>
                    <a:pt x="633222" y="207759"/>
                  </a:lnTo>
                  <a:lnTo>
                    <a:pt x="601091" y="185356"/>
                  </a:lnTo>
                  <a:lnTo>
                    <a:pt x="563626" y="163956"/>
                  </a:lnTo>
                  <a:lnTo>
                    <a:pt x="521462" y="144017"/>
                  </a:lnTo>
                  <a:lnTo>
                    <a:pt x="474725" y="125361"/>
                  </a:lnTo>
                  <a:lnTo>
                    <a:pt x="424180" y="108216"/>
                  </a:lnTo>
                  <a:lnTo>
                    <a:pt x="370078" y="92811"/>
                  </a:lnTo>
                  <a:lnTo>
                    <a:pt x="312928" y="79260"/>
                  </a:lnTo>
                  <a:lnTo>
                    <a:pt x="253364" y="67729"/>
                  </a:lnTo>
                  <a:lnTo>
                    <a:pt x="191769" y="58521"/>
                  </a:lnTo>
                  <a:lnTo>
                    <a:pt x="128650" y="51600"/>
                  </a:lnTo>
                  <a:lnTo>
                    <a:pt x="96647" y="49212"/>
                  </a:lnTo>
                  <a:lnTo>
                    <a:pt x="71932" y="47805"/>
                  </a:lnTo>
                  <a:close/>
                </a:path>
                <a:path extrusionOk="0" h="621665" w="1369060">
                  <a:moveTo>
                    <a:pt x="103759" y="0"/>
                  </a:moveTo>
                  <a:lnTo>
                    <a:pt x="0" y="58902"/>
                  </a:lnTo>
                  <a:lnTo>
                    <a:pt x="96181" y="116598"/>
                  </a:lnTo>
                  <a:lnTo>
                    <a:pt x="102362" y="120256"/>
                  </a:lnTo>
                  <a:lnTo>
                    <a:pt x="110236" y="118262"/>
                  </a:lnTo>
                  <a:lnTo>
                    <a:pt x="117601" y="105981"/>
                  </a:lnTo>
                  <a:lnTo>
                    <a:pt x="115569" y="98031"/>
                  </a:lnTo>
                  <a:lnTo>
                    <a:pt x="75419" y="73949"/>
                  </a:lnTo>
                  <a:lnTo>
                    <a:pt x="63626" y="73278"/>
                  </a:lnTo>
                  <a:lnTo>
                    <a:pt x="32004" y="72237"/>
                  </a:lnTo>
                  <a:lnTo>
                    <a:pt x="25526" y="72161"/>
                  </a:lnTo>
                  <a:lnTo>
                    <a:pt x="25781" y="46253"/>
                  </a:lnTo>
                  <a:lnTo>
                    <a:pt x="74667" y="46253"/>
                  </a:lnTo>
                  <a:lnTo>
                    <a:pt x="116459" y="22529"/>
                  </a:lnTo>
                  <a:lnTo>
                    <a:pt x="118744" y="14617"/>
                  </a:lnTo>
                  <a:lnTo>
                    <a:pt x="111632" y="2171"/>
                  </a:lnTo>
                  <a:lnTo>
                    <a:pt x="103759" y="0"/>
                  </a:lnTo>
                  <a:close/>
                </a:path>
                <a:path extrusionOk="0" h="621665" w="1369060">
                  <a:moveTo>
                    <a:pt x="25781" y="46253"/>
                  </a:moveTo>
                  <a:lnTo>
                    <a:pt x="25526" y="72161"/>
                  </a:lnTo>
                  <a:lnTo>
                    <a:pt x="32004" y="72237"/>
                  </a:lnTo>
                  <a:lnTo>
                    <a:pt x="63626" y="73278"/>
                  </a:lnTo>
                  <a:lnTo>
                    <a:pt x="75419" y="73949"/>
                  </a:lnTo>
                  <a:lnTo>
                    <a:pt x="69615" y="70472"/>
                  </a:lnTo>
                  <a:lnTo>
                    <a:pt x="32004" y="70472"/>
                  </a:lnTo>
                  <a:lnTo>
                    <a:pt x="32257" y="48094"/>
                  </a:lnTo>
                  <a:lnTo>
                    <a:pt x="71423" y="48094"/>
                  </a:lnTo>
                  <a:lnTo>
                    <a:pt x="71932" y="47805"/>
                  </a:lnTo>
                  <a:lnTo>
                    <a:pt x="64516" y="47383"/>
                  </a:lnTo>
                  <a:lnTo>
                    <a:pt x="32257" y="46329"/>
                  </a:lnTo>
                  <a:lnTo>
                    <a:pt x="25781" y="46253"/>
                  </a:lnTo>
                  <a:close/>
                </a:path>
                <a:path extrusionOk="0" h="621665" w="1369060">
                  <a:moveTo>
                    <a:pt x="32257" y="48094"/>
                  </a:moveTo>
                  <a:lnTo>
                    <a:pt x="32004" y="70472"/>
                  </a:lnTo>
                  <a:lnTo>
                    <a:pt x="51314" y="59510"/>
                  </a:lnTo>
                  <a:lnTo>
                    <a:pt x="32257" y="48094"/>
                  </a:lnTo>
                  <a:close/>
                </a:path>
                <a:path extrusionOk="0" h="621665" w="1369060">
                  <a:moveTo>
                    <a:pt x="51314" y="59510"/>
                  </a:moveTo>
                  <a:lnTo>
                    <a:pt x="32004" y="70472"/>
                  </a:lnTo>
                  <a:lnTo>
                    <a:pt x="69615" y="70472"/>
                  </a:lnTo>
                  <a:lnTo>
                    <a:pt x="51314" y="59510"/>
                  </a:lnTo>
                  <a:close/>
                </a:path>
                <a:path extrusionOk="0" h="621665" w="1369060">
                  <a:moveTo>
                    <a:pt x="71423" y="48094"/>
                  </a:moveTo>
                  <a:lnTo>
                    <a:pt x="32257" y="48094"/>
                  </a:lnTo>
                  <a:lnTo>
                    <a:pt x="51314" y="59510"/>
                  </a:lnTo>
                  <a:lnTo>
                    <a:pt x="71423" y="48094"/>
                  </a:lnTo>
                  <a:close/>
                </a:path>
                <a:path extrusionOk="0" h="621665" w="1369060">
                  <a:moveTo>
                    <a:pt x="74667" y="46253"/>
                  </a:moveTo>
                  <a:lnTo>
                    <a:pt x="25781" y="46253"/>
                  </a:lnTo>
                  <a:lnTo>
                    <a:pt x="32257" y="46329"/>
                  </a:lnTo>
                  <a:lnTo>
                    <a:pt x="64516" y="47383"/>
                  </a:lnTo>
                  <a:lnTo>
                    <a:pt x="71932" y="47805"/>
                  </a:lnTo>
                  <a:lnTo>
                    <a:pt x="74667" y="46253"/>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315" name="Google Shape;315;p11"/>
            <p:cNvPicPr preferRelativeResize="0"/>
            <p:nvPr/>
          </p:nvPicPr>
          <p:blipFill rotWithShape="1">
            <a:blip r:embed="rId29">
              <a:alphaModFix/>
            </a:blip>
            <a:srcRect b="0" l="0" r="0" t="0"/>
            <a:stretch/>
          </p:blipFill>
          <p:spPr>
            <a:xfrm>
              <a:off x="4198620" y="5308091"/>
              <a:ext cx="1391412" cy="816876"/>
            </a:xfrm>
            <a:prstGeom prst="rect">
              <a:avLst/>
            </a:prstGeom>
            <a:noFill/>
            <a:ln>
              <a:noFill/>
            </a:ln>
          </p:spPr>
        </p:pic>
        <p:sp>
          <p:nvSpPr>
            <p:cNvPr id="316" name="Google Shape;316;p11"/>
            <p:cNvSpPr/>
            <p:nvPr/>
          </p:nvSpPr>
          <p:spPr>
            <a:xfrm>
              <a:off x="4356353" y="5387466"/>
              <a:ext cx="1080135" cy="622300"/>
            </a:xfrm>
            <a:custGeom>
              <a:rect b="b" l="l" r="r" t="t"/>
              <a:pathLst>
                <a:path extrusionOk="0" h="622300" w="1080135">
                  <a:moveTo>
                    <a:pt x="102108" y="501662"/>
                  </a:moveTo>
                  <a:lnTo>
                    <a:pt x="0" y="563372"/>
                  </a:lnTo>
                  <a:lnTo>
                    <a:pt x="103886" y="621919"/>
                  </a:lnTo>
                  <a:lnTo>
                    <a:pt x="111887" y="619709"/>
                  </a:lnTo>
                  <a:lnTo>
                    <a:pt x="115316" y="613473"/>
                  </a:lnTo>
                  <a:lnTo>
                    <a:pt x="118872" y="607237"/>
                  </a:lnTo>
                  <a:lnTo>
                    <a:pt x="116586" y="599338"/>
                  </a:lnTo>
                  <a:lnTo>
                    <a:pt x="75016" y="575919"/>
                  </a:lnTo>
                  <a:lnTo>
                    <a:pt x="26162" y="575919"/>
                  </a:lnTo>
                  <a:lnTo>
                    <a:pt x="25146" y="550037"/>
                  </a:lnTo>
                  <a:lnTo>
                    <a:pt x="74803" y="547217"/>
                  </a:lnTo>
                  <a:lnTo>
                    <a:pt x="115443" y="523836"/>
                  </a:lnTo>
                  <a:lnTo>
                    <a:pt x="117475" y="515874"/>
                  </a:lnTo>
                  <a:lnTo>
                    <a:pt x="110109" y="503631"/>
                  </a:lnTo>
                  <a:lnTo>
                    <a:pt x="102108" y="501662"/>
                  </a:lnTo>
                  <a:close/>
                </a:path>
                <a:path extrusionOk="0" h="622300" w="1080135">
                  <a:moveTo>
                    <a:pt x="77195" y="546979"/>
                  </a:moveTo>
                  <a:lnTo>
                    <a:pt x="74803" y="547217"/>
                  </a:lnTo>
                  <a:lnTo>
                    <a:pt x="50037" y="548995"/>
                  </a:lnTo>
                  <a:lnTo>
                    <a:pt x="25146" y="550037"/>
                  </a:lnTo>
                  <a:lnTo>
                    <a:pt x="26162" y="575919"/>
                  </a:lnTo>
                  <a:lnTo>
                    <a:pt x="51054" y="574890"/>
                  </a:lnTo>
                  <a:lnTo>
                    <a:pt x="62554" y="574065"/>
                  </a:lnTo>
                  <a:lnTo>
                    <a:pt x="32385" y="574065"/>
                  </a:lnTo>
                  <a:lnTo>
                    <a:pt x="32004" y="551688"/>
                  </a:lnTo>
                  <a:lnTo>
                    <a:pt x="69405" y="551688"/>
                  </a:lnTo>
                  <a:lnTo>
                    <a:pt x="77195" y="546979"/>
                  </a:lnTo>
                  <a:close/>
                </a:path>
                <a:path extrusionOk="0" h="622300" w="1080135">
                  <a:moveTo>
                    <a:pt x="70688" y="573481"/>
                  </a:moveTo>
                  <a:lnTo>
                    <a:pt x="51054" y="574890"/>
                  </a:lnTo>
                  <a:lnTo>
                    <a:pt x="26162" y="575919"/>
                  </a:lnTo>
                  <a:lnTo>
                    <a:pt x="75016" y="575919"/>
                  </a:lnTo>
                  <a:lnTo>
                    <a:pt x="70688" y="573481"/>
                  </a:lnTo>
                  <a:close/>
                </a:path>
                <a:path extrusionOk="0" h="622300" w="1080135">
                  <a:moveTo>
                    <a:pt x="32004" y="551688"/>
                  </a:moveTo>
                  <a:lnTo>
                    <a:pt x="32385" y="574065"/>
                  </a:lnTo>
                  <a:lnTo>
                    <a:pt x="51362" y="562594"/>
                  </a:lnTo>
                  <a:lnTo>
                    <a:pt x="32004" y="551688"/>
                  </a:lnTo>
                  <a:close/>
                </a:path>
                <a:path extrusionOk="0" h="622300" w="1080135">
                  <a:moveTo>
                    <a:pt x="51362" y="562594"/>
                  </a:moveTo>
                  <a:lnTo>
                    <a:pt x="32385" y="574065"/>
                  </a:lnTo>
                  <a:lnTo>
                    <a:pt x="62554" y="574065"/>
                  </a:lnTo>
                  <a:lnTo>
                    <a:pt x="70688" y="573481"/>
                  </a:lnTo>
                  <a:lnTo>
                    <a:pt x="51362" y="562594"/>
                  </a:lnTo>
                  <a:close/>
                </a:path>
                <a:path extrusionOk="0" h="622300" w="1080135">
                  <a:moveTo>
                    <a:pt x="1008951" y="48454"/>
                  </a:moveTo>
                  <a:lnTo>
                    <a:pt x="952119" y="54483"/>
                  </a:lnTo>
                  <a:lnTo>
                    <a:pt x="902588" y="62611"/>
                  </a:lnTo>
                  <a:lnTo>
                    <a:pt x="831215" y="79248"/>
                  </a:lnTo>
                  <a:lnTo>
                    <a:pt x="786003" y="92837"/>
                  </a:lnTo>
                  <a:lnTo>
                    <a:pt x="742950" y="108458"/>
                  </a:lnTo>
                  <a:lnTo>
                    <a:pt x="702818" y="125730"/>
                  </a:lnTo>
                  <a:lnTo>
                    <a:pt x="665734" y="144653"/>
                  </a:lnTo>
                  <a:lnTo>
                    <a:pt x="632079" y="164973"/>
                  </a:lnTo>
                  <a:lnTo>
                    <a:pt x="588899" y="197866"/>
                  </a:lnTo>
                  <a:lnTo>
                    <a:pt x="555751" y="233438"/>
                  </a:lnTo>
                  <a:lnTo>
                    <a:pt x="534288" y="271640"/>
                  </a:lnTo>
                  <a:lnTo>
                    <a:pt x="526796" y="310121"/>
                  </a:lnTo>
                  <a:lnTo>
                    <a:pt x="526288" y="320205"/>
                  </a:lnTo>
                  <a:lnTo>
                    <a:pt x="524256" y="330669"/>
                  </a:lnTo>
                  <a:lnTo>
                    <a:pt x="503047" y="372884"/>
                  </a:lnTo>
                  <a:lnTo>
                    <a:pt x="473456" y="404698"/>
                  </a:lnTo>
                  <a:lnTo>
                    <a:pt x="433197" y="435343"/>
                  </a:lnTo>
                  <a:lnTo>
                    <a:pt x="384048" y="463816"/>
                  </a:lnTo>
                  <a:lnTo>
                    <a:pt x="346837" y="481203"/>
                  </a:lnTo>
                  <a:lnTo>
                    <a:pt x="306705" y="497116"/>
                  </a:lnTo>
                  <a:lnTo>
                    <a:pt x="263779" y="511302"/>
                  </a:lnTo>
                  <a:lnTo>
                    <a:pt x="195580" y="528967"/>
                  </a:lnTo>
                  <a:lnTo>
                    <a:pt x="148082" y="538086"/>
                  </a:lnTo>
                  <a:lnTo>
                    <a:pt x="99441" y="544766"/>
                  </a:lnTo>
                  <a:lnTo>
                    <a:pt x="77195" y="546979"/>
                  </a:lnTo>
                  <a:lnTo>
                    <a:pt x="51362" y="562594"/>
                  </a:lnTo>
                  <a:lnTo>
                    <a:pt x="70688" y="573481"/>
                  </a:lnTo>
                  <a:lnTo>
                    <a:pt x="76708" y="573049"/>
                  </a:lnTo>
                  <a:lnTo>
                    <a:pt x="101981" y="570547"/>
                  </a:lnTo>
                  <a:lnTo>
                    <a:pt x="152019" y="563702"/>
                  </a:lnTo>
                  <a:lnTo>
                    <a:pt x="200787" y="554342"/>
                  </a:lnTo>
                  <a:lnTo>
                    <a:pt x="247904" y="542810"/>
                  </a:lnTo>
                  <a:lnTo>
                    <a:pt x="293243" y="529145"/>
                  </a:lnTo>
                  <a:lnTo>
                    <a:pt x="336296" y="513562"/>
                  </a:lnTo>
                  <a:lnTo>
                    <a:pt x="376428" y="496328"/>
                  </a:lnTo>
                  <a:lnTo>
                    <a:pt x="413512" y="477456"/>
                  </a:lnTo>
                  <a:lnTo>
                    <a:pt x="447040" y="457276"/>
                  </a:lnTo>
                  <a:lnTo>
                    <a:pt x="490093" y="424484"/>
                  </a:lnTo>
                  <a:lnTo>
                    <a:pt x="523113" y="389255"/>
                  </a:lnTo>
                  <a:lnTo>
                    <a:pt x="544711" y="351561"/>
                  </a:lnTo>
                  <a:lnTo>
                    <a:pt x="552704" y="311797"/>
                  </a:lnTo>
                  <a:lnTo>
                    <a:pt x="553466" y="299986"/>
                  </a:lnTo>
                  <a:lnTo>
                    <a:pt x="555625" y="289902"/>
                  </a:lnTo>
                  <a:lnTo>
                    <a:pt x="577088" y="248094"/>
                  </a:lnTo>
                  <a:lnTo>
                    <a:pt x="606679" y="216623"/>
                  </a:lnTo>
                  <a:lnTo>
                    <a:pt x="646811" y="186309"/>
                  </a:lnTo>
                  <a:lnTo>
                    <a:pt x="695960" y="157861"/>
                  </a:lnTo>
                  <a:lnTo>
                    <a:pt x="733044" y="140589"/>
                  </a:lnTo>
                  <a:lnTo>
                    <a:pt x="773303" y="124714"/>
                  </a:lnTo>
                  <a:lnTo>
                    <a:pt x="816101" y="110490"/>
                  </a:lnTo>
                  <a:lnTo>
                    <a:pt x="884428" y="92837"/>
                  </a:lnTo>
                  <a:lnTo>
                    <a:pt x="931799" y="83820"/>
                  </a:lnTo>
                  <a:lnTo>
                    <a:pt x="980567" y="76962"/>
                  </a:lnTo>
                  <a:lnTo>
                    <a:pt x="1002390" y="74926"/>
                  </a:lnTo>
                  <a:lnTo>
                    <a:pt x="1028258" y="59326"/>
                  </a:lnTo>
                  <a:lnTo>
                    <a:pt x="1008951" y="48454"/>
                  </a:lnTo>
                  <a:close/>
                </a:path>
                <a:path extrusionOk="0" h="622300" w="1080135">
                  <a:moveTo>
                    <a:pt x="69405" y="551688"/>
                  </a:moveTo>
                  <a:lnTo>
                    <a:pt x="32004" y="551688"/>
                  </a:lnTo>
                  <a:lnTo>
                    <a:pt x="51362" y="562594"/>
                  </a:lnTo>
                  <a:lnTo>
                    <a:pt x="69405" y="551688"/>
                  </a:lnTo>
                  <a:close/>
                </a:path>
                <a:path extrusionOk="0" h="622300" w="1080135">
                  <a:moveTo>
                    <a:pt x="1057268" y="45974"/>
                  </a:moveTo>
                  <a:lnTo>
                    <a:pt x="1053338" y="45974"/>
                  </a:lnTo>
                  <a:lnTo>
                    <a:pt x="1054481" y="71882"/>
                  </a:lnTo>
                  <a:lnTo>
                    <a:pt x="1029970" y="72898"/>
                  </a:lnTo>
                  <a:lnTo>
                    <a:pt x="1005078" y="74676"/>
                  </a:lnTo>
                  <a:lnTo>
                    <a:pt x="1002390" y="74926"/>
                  </a:lnTo>
                  <a:lnTo>
                    <a:pt x="964057" y="98044"/>
                  </a:lnTo>
                  <a:lnTo>
                    <a:pt x="962151" y="106045"/>
                  </a:lnTo>
                  <a:lnTo>
                    <a:pt x="969518" y="118237"/>
                  </a:lnTo>
                  <a:lnTo>
                    <a:pt x="977519" y="120269"/>
                  </a:lnTo>
                  <a:lnTo>
                    <a:pt x="1079627" y="58547"/>
                  </a:lnTo>
                  <a:lnTo>
                    <a:pt x="1057268" y="45974"/>
                  </a:lnTo>
                  <a:close/>
                </a:path>
                <a:path extrusionOk="0" h="622300" w="1080135">
                  <a:moveTo>
                    <a:pt x="1028258" y="59326"/>
                  </a:moveTo>
                  <a:lnTo>
                    <a:pt x="1002390" y="74926"/>
                  </a:lnTo>
                  <a:lnTo>
                    <a:pt x="1005078" y="74676"/>
                  </a:lnTo>
                  <a:lnTo>
                    <a:pt x="1029970" y="72898"/>
                  </a:lnTo>
                  <a:lnTo>
                    <a:pt x="1054481" y="71882"/>
                  </a:lnTo>
                  <a:lnTo>
                    <a:pt x="1054408" y="70231"/>
                  </a:lnTo>
                  <a:lnTo>
                    <a:pt x="1047623" y="70231"/>
                  </a:lnTo>
                  <a:lnTo>
                    <a:pt x="1028258" y="59326"/>
                  </a:lnTo>
                  <a:close/>
                </a:path>
                <a:path extrusionOk="0" h="622300" w="1080135">
                  <a:moveTo>
                    <a:pt x="1047242" y="47879"/>
                  </a:moveTo>
                  <a:lnTo>
                    <a:pt x="1028258" y="59326"/>
                  </a:lnTo>
                  <a:lnTo>
                    <a:pt x="1047623" y="70231"/>
                  </a:lnTo>
                  <a:lnTo>
                    <a:pt x="1047242" y="47879"/>
                  </a:lnTo>
                  <a:close/>
                </a:path>
                <a:path extrusionOk="0" h="622300" w="1080135">
                  <a:moveTo>
                    <a:pt x="1053422" y="47879"/>
                  </a:moveTo>
                  <a:lnTo>
                    <a:pt x="1047242" y="47879"/>
                  </a:lnTo>
                  <a:lnTo>
                    <a:pt x="1047623" y="70231"/>
                  </a:lnTo>
                  <a:lnTo>
                    <a:pt x="1054408" y="70231"/>
                  </a:lnTo>
                  <a:lnTo>
                    <a:pt x="1053422" y="47879"/>
                  </a:lnTo>
                  <a:close/>
                </a:path>
                <a:path extrusionOk="0" h="622300" w="1080135">
                  <a:moveTo>
                    <a:pt x="1053338" y="45974"/>
                  </a:moveTo>
                  <a:lnTo>
                    <a:pt x="1028065" y="47117"/>
                  </a:lnTo>
                  <a:lnTo>
                    <a:pt x="1008951" y="48454"/>
                  </a:lnTo>
                  <a:lnTo>
                    <a:pt x="1028258" y="59326"/>
                  </a:lnTo>
                  <a:lnTo>
                    <a:pt x="1047242" y="47879"/>
                  </a:lnTo>
                  <a:lnTo>
                    <a:pt x="1053422" y="47879"/>
                  </a:lnTo>
                  <a:lnTo>
                    <a:pt x="1053338" y="45974"/>
                  </a:lnTo>
                  <a:close/>
                </a:path>
                <a:path extrusionOk="0" h="622300" w="1080135">
                  <a:moveTo>
                    <a:pt x="975613" y="0"/>
                  </a:moveTo>
                  <a:lnTo>
                    <a:pt x="967740" y="2159"/>
                  </a:lnTo>
                  <a:lnTo>
                    <a:pt x="964184" y="8509"/>
                  </a:lnTo>
                  <a:lnTo>
                    <a:pt x="960755" y="14732"/>
                  </a:lnTo>
                  <a:lnTo>
                    <a:pt x="962913" y="22606"/>
                  </a:lnTo>
                  <a:lnTo>
                    <a:pt x="969137" y="26035"/>
                  </a:lnTo>
                  <a:lnTo>
                    <a:pt x="1008951" y="48454"/>
                  </a:lnTo>
                  <a:lnTo>
                    <a:pt x="1028065" y="47117"/>
                  </a:lnTo>
                  <a:lnTo>
                    <a:pt x="1053338" y="45974"/>
                  </a:lnTo>
                  <a:lnTo>
                    <a:pt x="1057268" y="45974"/>
                  </a:lnTo>
                  <a:lnTo>
                    <a:pt x="975613"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317" name="Google Shape;317;p11"/>
            <p:cNvPicPr preferRelativeResize="0"/>
            <p:nvPr/>
          </p:nvPicPr>
          <p:blipFill rotWithShape="1">
            <a:blip r:embed="rId30">
              <a:alphaModFix/>
            </a:blip>
            <a:srcRect b="0" l="0" r="0" t="0"/>
            <a:stretch/>
          </p:blipFill>
          <p:spPr>
            <a:xfrm>
              <a:off x="5957315" y="3867911"/>
              <a:ext cx="929627" cy="1203960"/>
            </a:xfrm>
            <a:prstGeom prst="rect">
              <a:avLst/>
            </a:prstGeom>
            <a:noFill/>
            <a:ln>
              <a:noFill/>
            </a:ln>
          </p:spPr>
        </p:pic>
        <p:sp>
          <p:nvSpPr>
            <p:cNvPr id="318" name="Google Shape;318;p11"/>
            <p:cNvSpPr/>
            <p:nvPr/>
          </p:nvSpPr>
          <p:spPr>
            <a:xfrm>
              <a:off x="5999988" y="4005833"/>
              <a:ext cx="791210" cy="1008380"/>
            </a:xfrm>
            <a:custGeom>
              <a:rect b="b" l="l" r="r" t="t"/>
              <a:pathLst>
                <a:path extrusionOk="0" h="1008379" w="791209">
                  <a:moveTo>
                    <a:pt x="732284" y="51365"/>
                  </a:moveTo>
                  <a:lnTo>
                    <a:pt x="714612" y="79886"/>
                  </a:lnTo>
                  <a:lnTo>
                    <a:pt x="712851" y="91567"/>
                  </a:lnTo>
                  <a:lnTo>
                    <a:pt x="708533" y="114300"/>
                  </a:lnTo>
                  <a:lnTo>
                    <a:pt x="697357" y="158877"/>
                  </a:lnTo>
                  <a:lnTo>
                    <a:pt x="682879" y="202311"/>
                  </a:lnTo>
                  <a:lnTo>
                    <a:pt x="665480" y="244094"/>
                  </a:lnTo>
                  <a:lnTo>
                    <a:pt x="645287" y="283718"/>
                  </a:lnTo>
                  <a:lnTo>
                    <a:pt x="622808" y="321056"/>
                  </a:lnTo>
                  <a:lnTo>
                    <a:pt x="598042" y="355727"/>
                  </a:lnTo>
                  <a:lnTo>
                    <a:pt x="571500" y="387223"/>
                  </a:lnTo>
                  <a:lnTo>
                    <a:pt x="543433" y="415036"/>
                  </a:lnTo>
                  <a:lnTo>
                    <a:pt x="498856" y="449707"/>
                  </a:lnTo>
                  <a:lnTo>
                    <a:pt x="452627" y="474345"/>
                  </a:lnTo>
                  <a:lnTo>
                    <a:pt x="405511" y="488315"/>
                  </a:lnTo>
                  <a:lnTo>
                    <a:pt x="354964" y="491998"/>
                  </a:lnTo>
                  <a:lnTo>
                    <a:pt x="336931" y="494284"/>
                  </a:lnTo>
                  <a:lnTo>
                    <a:pt x="284225" y="509778"/>
                  </a:lnTo>
                  <a:lnTo>
                    <a:pt x="233679" y="536702"/>
                  </a:lnTo>
                  <a:lnTo>
                    <a:pt x="201422" y="560324"/>
                  </a:lnTo>
                  <a:lnTo>
                    <a:pt x="170814" y="588137"/>
                  </a:lnTo>
                  <a:lnTo>
                    <a:pt x="141859" y="619506"/>
                  </a:lnTo>
                  <a:lnTo>
                    <a:pt x="114935" y="654304"/>
                  </a:lnTo>
                  <a:lnTo>
                    <a:pt x="90170" y="692023"/>
                  </a:lnTo>
                  <a:lnTo>
                    <a:pt x="67817" y="732282"/>
                  </a:lnTo>
                  <a:lnTo>
                    <a:pt x="48260" y="774700"/>
                  </a:lnTo>
                  <a:lnTo>
                    <a:pt x="31496" y="819150"/>
                  </a:lnTo>
                  <a:lnTo>
                    <a:pt x="18161" y="865124"/>
                  </a:lnTo>
                  <a:lnTo>
                    <a:pt x="8254" y="912241"/>
                  </a:lnTo>
                  <a:lnTo>
                    <a:pt x="2159" y="960120"/>
                  </a:lnTo>
                  <a:lnTo>
                    <a:pt x="0" y="1007872"/>
                  </a:lnTo>
                  <a:lnTo>
                    <a:pt x="25908" y="1008380"/>
                  </a:lnTo>
                  <a:lnTo>
                    <a:pt x="26415" y="984758"/>
                  </a:lnTo>
                  <a:lnTo>
                    <a:pt x="27939" y="961898"/>
                  </a:lnTo>
                  <a:lnTo>
                    <a:pt x="33909" y="916051"/>
                  </a:lnTo>
                  <a:lnTo>
                    <a:pt x="43434" y="870966"/>
                  </a:lnTo>
                  <a:lnTo>
                    <a:pt x="56261" y="826897"/>
                  </a:lnTo>
                  <a:lnTo>
                    <a:pt x="72389" y="784352"/>
                  </a:lnTo>
                  <a:lnTo>
                    <a:pt x="91059" y="743585"/>
                  </a:lnTo>
                  <a:lnTo>
                    <a:pt x="112522" y="704977"/>
                  </a:lnTo>
                  <a:lnTo>
                    <a:pt x="136271" y="668909"/>
                  </a:lnTo>
                  <a:lnTo>
                    <a:pt x="161925" y="635889"/>
                  </a:lnTo>
                  <a:lnTo>
                    <a:pt x="189484" y="606044"/>
                  </a:lnTo>
                  <a:lnTo>
                    <a:pt x="218439" y="580009"/>
                  </a:lnTo>
                  <a:lnTo>
                    <a:pt x="263778" y="548640"/>
                  </a:lnTo>
                  <a:lnTo>
                    <a:pt x="310641" y="527558"/>
                  </a:lnTo>
                  <a:lnTo>
                    <a:pt x="358139" y="517652"/>
                  </a:lnTo>
                  <a:lnTo>
                    <a:pt x="390778" y="516255"/>
                  </a:lnTo>
                  <a:lnTo>
                    <a:pt x="408686" y="514096"/>
                  </a:lnTo>
                  <a:lnTo>
                    <a:pt x="461645" y="498729"/>
                  </a:lnTo>
                  <a:lnTo>
                    <a:pt x="512444" y="471805"/>
                  </a:lnTo>
                  <a:lnTo>
                    <a:pt x="544703" y="448183"/>
                  </a:lnTo>
                  <a:lnTo>
                    <a:pt x="575437" y="420370"/>
                  </a:lnTo>
                  <a:lnTo>
                    <a:pt x="604392" y="389001"/>
                  </a:lnTo>
                  <a:lnTo>
                    <a:pt x="631443" y="354330"/>
                  </a:lnTo>
                  <a:lnTo>
                    <a:pt x="656336" y="316611"/>
                  </a:lnTo>
                  <a:lnTo>
                    <a:pt x="678688" y="276352"/>
                  </a:lnTo>
                  <a:lnTo>
                    <a:pt x="698245" y="233807"/>
                  </a:lnTo>
                  <a:lnTo>
                    <a:pt x="715010" y="189357"/>
                  </a:lnTo>
                  <a:lnTo>
                    <a:pt x="728344" y="143510"/>
                  </a:lnTo>
                  <a:lnTo>
                    <a:pt x="738378" y="96520"/>
                  </a:lnTo>
                  <a:lnTo>
                    <a:pt x="742154" y="69392"/>
                  </a:lnTo>
                  <a:lnTo>
                    <a:pt x="732284" y="51365"/>
                  </a:lnTo>
                  <a:close/>
                </a:path>
                <a:path extrusionOk="0" h="1008379" w="791209">
                  <a:moveTo>
                    <a:pt x="747245" y="24765"/>
                  </a:moveTo>
                  <a:lnTo>
                    <a:pt x="720089" y="24765"/>
                  </a:lnTo>
                  <a:lnTo>
                    <a:pt x="745997" y="26416"/>
                  </a:lnTo>
                  <a:lnTo>
                    <a:pt x="744473" y="48514"/>
                  </a:lnTo>
                  <a:lnTo>
                    <a:pt x="742154" y="69392"/>
                  </a:lnTo>
                  <a:lnTo>
                    <a:pt x="764793" y="110744"/>
                  </a:lnTo>
                  <a:lnTo>
                    <a:pt x="768222" y="117094"/>
                  </a:lnTo>
                  <a:lnTo>
                    <a:pt x="776096" y="119380"/>
                  </a:lnTo>
                  <a:lnTo>
                    <a:pt x="782446" y="115951"/>
                  </a:lnTo>
                  <a:lnTo>
                    <a:pt x="788669" y="112522"/>
                  </a:lnTo>
                  <a:lnTo>
                    <a:pt x="790956" y="104648"/>
                  </a:lnTo>
                  <a:lnTo>
                    <a:pt x="787527" y="98298"/>
                  </a:lnTo>
                  <a:lnTo>
                    <a:pt x="747245" y="24765"/>
                  </a:lnTo>
                  <a:close/>
                </a:path>
                <a:path extrusionOk="0" h="1008379" w="791209">
                  <a:moveTo>
                    <a:pt x="733679" y="0"/>
                  </a:moveTo>
                  <a:lnTo>
                    <a:pt x="674496" y="95250"/>
                  </a:lnTo>
                  <a:lnTo>
                    <a:pt x="670813" y="101346"/>
                  </a:lnTo>
                  <a:lnTo>
                    <a:pt x="672591" y="109347"/>
                  </a:lnTo>
                  <a:lnTo>
                    <a:pt x="678688" y="113157"/>
                  </a:lnTo>
                  <a:lnTo>
                    <a:pt x="684784" y="116840"/>
                  </a:lnTo>
                  <a:lnTo>
                    <a:pt x="692785" y="115062"/>
                  </a:lnTo>
                  <a:lnTo>
                    <a:pt x="714612" y="79886"/>
                  </a:lnTo>
                  <a:lnTo>
                    <a:pt x="720089" y="24765"/>
                  </a:lnTo>
                  <a:lnTo>
                    <a:pt x="747245" y="24765"/>
                  </a:lnTo>
                  <a:lnTo>
                    <a:pt x="733679" y="0"/>
                  </a:lnTo>
                  <a:close/>
                </a:path>
                <a:path extrusionOk="0" h="1008379" w="791209">
                  <a:moveTo>
                    <a:pt x="720089" y="24765"/>
                  </a:moveTo>
                  <a:lnTo>
                    <a:pt x="718692" y="45720"/>
                  </a:lnTo>
                  <a:lnTo>
                    <a:pt x="716280" y="68834"/>
                  </a:lnTo>
                  <a:lnTo>
                    <a:pt x="714612" y="79886"/>
                  </a:lnTo>
                  <a:lnTo>
                    <a:pt x="732284" y="51365"/>
                  </a:lnTo>
                  <a:lnTo>
                    <a:pt x="721613" y="31877"/>
                  </a:lnTo>
                  <a:lnTo>
                    <a:pt x="745621" y="31877"/>
                  </a:lnTo>
                  <a:lnTo>
                    <a:pt x="745997" y="26416"/>
                  </a:lnTo>
                  <a:lnTo>
                    <a:pt x="720089" y="24765"/>
                  </a:lnTo>
                  <a:close/>
                </a:path>
                <a:path extrusionOk="0" h="1008379" w="791209">
                  <a:moveTo>
                    <a:pt x="745621" y="31877"/>
                  </a:moveTo>
                  <a:lnTo>
                    <a:pt x="721613" y="31877"/>
                  </a:lnTo>
                  <a:lnTo>
                    <a:pt x="743965" y="32512"/>
                  </a:lnTo>
                  <a:lnTo>
                    <a:pt x="732284" y="51365"/>
                  </a:lnTo>
                  <a:lnTo>
                    <a:pt x="742154" y="69392"/>
                  </a:lnTo>
                  <a:lnTo>
                    <a:pt x="744473" y="48514"/>
                  </a:lnTo>
                  <a:lnTo>
                    <a:pt x="745621" y="31877"/>
                  </a:lnTo>
                  <a:close/>
                </a:path>
                <a:path extrusionOk="0" h="1008379" w="791209">
                  <a:moveTo>
                    <a:pt x="721613" y="31877"/>
                  </a:moveTo>
                  <a:lnTo>
                    <a:pt x="732284" y="51365"/>
                  </a:lnTo>
                  <a:lnTo>
                    <a:pt x="743965" y="32512"/>
                  </a:lnTo>
                  <a:lnTo>
                    <a:pt x="721613" y="31877"/>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319" name="Google Shape;319;p11"/>
            <p:cNvPicPr preferRelativeResize="0"/>
            <p:nvPr/>
          </p:nvPicPr>
          <p:blipFill rotWithShape="1">
            <a:blip r:embed="rId31">
              <a:alphaModFix/>
            </a:blip>
            <a:srcRect b="0" l="0" r="0" t="0"/>
            <a:stretch/>
          </p:blipFill>
          <p:spPr>
            <a:xfrm>
              <a:off x="5928359" y="1851660"/>
              <a:ext cx="856475" cy="1275588"/>
            </a:xfrm>
            <a:prstGeom prst="rect">
              <a:avLst/>
            </a:prstGeom>
            <a:noFill/>
            <a:ln>
              <a:noFill/>
            </a:ln>
          </p:spPr>
        </p:pic>
        <p:sp>
          <p:nvSpPr>
            <p:cNvPr id="320" name="Google Shape;320;p11"/>
            <p:cNvSpPr/>
            <p:nvPr/>
          </p:nvSpPr>
          <p:spPr>
            <a:xfrm>
              <a:off x="6027927" y="1989582"/>
              <a:ext cx="718820" cy="1080135"/>
            </a:xfrm>
            <a:custGeom>
              <a:rect b="b" l="l" r="r" t="t"/>
              <a:pathLst>
                <a:path extrusionOk="0" h="1080135" w="718820">
                  <a:moveTo>
                    <a:pt x="59182" y="51334"/>
                  </a:moveTo>
                  <a:lnTo>
                    <a:pt x="48750" y="70018"/>
                  </a:lnTo>
                  <a:lnTo>
                    <a:pt x="49402" y="77342"/>
                  </a:lnTo>
                  <a:lnTo>
                    <a:pt x="52577" y="102742"/>
                  </a:lnTo>
                  <a:lnTo>
                    <a:pt x="61595" y="152907"/>
                  </a:lnTo>
                  <a:lnTo>
                    <a:pt x="73533" y="201929"/>
                  </a:lnTo>
                  <a:lnTo>
                    <a:pt x="88519" y="249300"/>
                  </a:lnTo>
                  <a:lnTo>
                    <a:pt x="106172" y="294639"/>
                  </a:lnTo>
                  <a:lnTo>
                    <a:pt x="126111" y="337692"/>
                  </a:lnTo>
                  <a:lnTo>
                    <a:pt x="148336" y="377951"/>
                  </a:lnTo>
                  <a:lnTo>
                    <a:pt x="172593" y="415035"/>
                  </a:lnTo>
                  <a:lnTo>
                    <a:pt x="198627" y="448690"/>
                  </a:lnTo>
                  <a:lnTo>
                    <a:pt x="226313" y="478408"/>
                  </a:lnTo>
                  <a:lnTo>
                    <a:pt x="255524" y="503808"/>
                  </a:lnTo>
                  <a:lnTo>
                    <a:pt x="301498" y="532891"/>
                  </a:lnTo>
                  <a:lnTo>
                    <a:pt x="349758" y="549401"/>
                  </a:lnTo>
                  <a:lnTo>
                    <a:pt x="395224" y="553338"/>
                  </a:lnTo>
                  <a:lnTo>
                    <a:pt x="409194" y="555370"/>
                  </a:lnTo>
                  <a:lnTo>
                    <a:pt x="451104" y="569976"/>
                  </a:lnTo>
                  <a:lnTo>
                    <a:pt x="492632" y="596138"/>
                  </a:lnTo>
                  <a:lnTo>
                    <a:pt x="532765" y="633094"/>
                  </a:lnTo>
                  <a:lnTo>
                    <a:pt x="558165" y="663066"/>
                  </a:lnTo>
                  <a:lnTo>
                    <a:pt x="582041" y="696721"/>
                  </a:lnTo>
                  <a:lnTo>
                    <a:pt x="604266" y="733932"/>
                  </a:lnTo>
                  <a:lnTo>
                    <a:pt x="624713" y="773938"/>
                  </a:lnTo>
                  <a:lnTo>
                    <a:pt x="642874" y="816737"/>
                  </a:lnTo>
                  <a:lnTo>
                    <a:pt x="658622" y="861567"/>
                  </a:lnTo>
                  <a:lnTo>
                    <a:pt x="671702" y="908176"/>
                  </a:lnTo>
                  <a:lnTo>
                    <a:pt x="681863" y="956055"/>
                  </a:lnTo>
                  <a:lnTo>
                    <a:pt x="688848" y="1004951"/>
                  </a:lnTo>
                  <a:lnTo>
                    <a:pt x="692403" y="1054480"/>
                  </a:lnTo>
                  <a:lnTo>
                    <a:pt x="692912" y="1079753"/>
                  </a:lnTo>
                  <a:lnTo>
                    <a:pt x="718820" y="1079372"/>
                  </a:lnTo>
                  <a:lnTo>
                    <a:pt x="716915" y="1028191"/>
                  </a:lnTo>
                  <a:lnTo>
                    <a:pt x="711453" y="977264"/>
                  </a:lnTo>
                  <a:lnTo>
                    <a:pt x="702564" y="927100"/>
                  </a:lnTo>
                  <a:lnTo>
                    <a:pt x="690626" y="878077"/>
                  </a:lnTo>
                  <a:lnTo>
                    <a:pt x="675640" y="830706"/>
                  </a:lnTo>
                  <a:lnTo>
                    <a:pt x="657987" y="785367"/>
                  </a:lnTo>
                  <a:lnTo>
                    <a:pt x="638048" y="742188"/>
                  </a:lnTo>
                  <a:lnTo>
                    <a:pt x="615823" y="702055"/>
                  </a:lnTo>
                  <a:lnTo>
                    <a:pt x="591693" y="664844"/>
                  </a:lnTo>
                  <a:lnTo>
                    <a:pt x="565785" y="631316"/>
                  </a:lnTo>
                  <a:lnTo>
                    <a:pt x="538099" y="601598"/>
                  </a:lnTo>
                  <a:lnTo>
                    <a:pt x="509143" y="576198"/>
                  </a:lnTo>
                  <a:lnTo>
                    <a:pt x="463423" y="547115"/>
                  </a:lnTo>
                  <a:lnTo>
                    <a:pt x="415417" y="530225"/>
                  </a:lnTo>
                  <a:lnTo>
                    <a:pt x="367538" y="526033"/>
                  </a:lnTo>
                  <a:lnTo>
                    <a:pt x="353695" y="523875"/>
                  </a:lnTo>
                  <a:lnTo>
                    <a:pt x="312038" y="509142"/>
                  </a:lnTo>
                  <a:lnTo>
                    <a:pt x="270763" y="482980"/>
                  </a:lnTo>
                  <a:lnTo>
                    <a:pt x="230886" y="446023"/>
                  </a:lnTo>
                  <a:lnTo>
                    <a:pt x="205612" y="416051"/>
                  </a:lnTo>
                  <a:lnTo>
                    <a:pt x="181610" y="382396"/>
                  </a:lnTo>
                  <a:lnTo>
                    <a:pt x="159512" y="345313"/>
                  </a:lnTo>
                  <a:lnTo>
                    <a:pt x="139192" y="305180"/>
                  </a:lnTo>
                  <a:lnTo>
                    <a:pt x="121031" y="262508"/>
                  </a:lnTo>
                  <a:lnTo>
                    <a:pt x="105283" y="217677"/>
                  </a:lnTo>
                  <a:lnTo>
                    <a:pt x="92201" y="171068"/>
                  </a:lnTo>
                  <a:lnTo>
                    <a:pt x="82169" y="123062"/>
                  </a:lnTo>
                  <a:lnTo>
                    <a:pt x="75582" y="78222"/>
                  </a:lnTo>
                  <a:lnTo>
                    <a:pt x="59182" y="51334"/>
                  </a:lnTo>
                  <a:close/>
                </a:path>
                <a:path extrusionOk="0" h="1080135" w="718820">
                  <a:moveTo>
                    <a:pt x="58166" y="0"/>
                  </a:moveTo>
                  <a:lnTo>
                    <a:pt x="3556" y="97916"/>
                  </a:lnTo>
                  <a:lnTo>
                    <a:pt x="0" y="104139"/>
                  </a:lnTo>
                  <a:lnTo>
                    <a:pt x="2286" y="112013"/>
                  </a:lnTo>
                  <a:lnTo>
                    <a:pt x="8509" y="115569"/>
                  </a:lnTo>
                  <a:lnTo>
                    <a:pt x="14732" y="118998"/>
                  </a:lnTo>
                  <a:lnTo>
                    <a:pt x="22606" y="116839"/>
                  </a:lnTo>
                  <a:lnTo>
                    <a:pt x="48750" y="70018"/>
                  </a:lnTo>
                  <a:lnTo>
                    <a:pt x="47117" y="51688"/>
                  </a:lnTo>
                  <a:lnTo>
                    <a:pt x="45720" y="26415"/>
                  </a:lnTo>
                  <a:lnTo>
                    <a:pt x="71627" y="24891"/>
                  </a:lnTo>
                  <a:lnTo>
                    <a:pt x="73352" y="24891"/>
                  </a:lnTo>
                  <a:lnTo>
                    <a:pt x="58166" y="0"/>
                  </a:lnTo>
                  <a:close/>
                </a:path>
                <a:path extrusionOk="0" h="1080135" w="718820">
                  <a:moveTo>
                    <a:pt x="73352" y="24891"/>
                  </a:moveTo>
                  <a:lnTo>
                    <a:pt x="71627" y="24891"/>
                  </a:lnTo>
                  <a:lnTo>
                    <a:pt x="73025" y="49402"/>
                  </a:lnTo>
                  <a:lnTo>
                    <a:pt x="75057" y="74167"/>
                  </a:lnTo>
                  <a:lnTo>
                    <a:pt x="75582" y="78222"/>
                  </a:lnTo>
                  <a:lnTo>
                    <a:pt x="94487" y="109219"/>
                  </a:lnTo>
                  <a:lnTo>
                    <a:pt x="98171" y="115315"/>
                  </a:lnTo>
                  <a:lnTo>
                    <a:pt x="106172" y="117220"/>
                  </a:lnTo>
                  <a:lnTo>
                    <a:pt x="118363" y="109854"/>
                  </a:lnTo>
                  <a:lnTo>
                    <a:pt x="120269" y="101853"/>
                  </a:lnTo>
                  <a:lnTo>
                    <a:pt x="116586" y="95757"/>
                  </a:lnTo>
                  <a:lnTo>
                    <a:pt x="73352" y="24891"/>
                  </a:lnTo>
                  <a:close/>
                </a:path>
                <a:path extrusionOk="0" h="1080135" w="718820">
                  <a:moveTo>
                    <a:pt x="72033" y="32003"/>
                  </a:moveTo>
                  <a:lnTo>
                    <a:pt x="69976" y="32003"/>
                  </a:lnTo>
                  <a:lnTo>
                    <a:pt x="59182" y="51334"/>
                  </a:lnTo>
                  <a:lnTo>
                    <a:pt x="75582" y="78222"/>
                  </a:lnTo>
                  <a:lnTo>
                    <a:pt x="75057" y="74167"/>
                  </a:lnTo>
                  <a:lnTo>
                    <a:pt x="73025" y="49402"/>
                  </a:lnTo>
                  <a:lnTo>
                    <a:pt x="72033" y="32003"/>
                  </a:lnTo>
                  <a:close/>
                </a:path>
                <a:path extrusionOk="0" h="1080135" w="718820">
                  <a:moveTo>
                    <a:pt x="71627" y="24891"/>
                  </a:moveTo>
                  <a:lnTo>
                    <a:pt x="45720" y="26415"/>
                  </a:lnTo>
                  <a:lnTo>
                    <a:pt x="47117" y="51688"/>
                  </a:lnTo>
                  <a:lnTo>
                    <a:pt x="48750" y="70018"/>
                  </a:lnTo>
                  <a:lnTo>
                    <a:pt x="59182" y="51334"/>
                  </a:lnTo>
                  <a:lnTo>
                    <a:pt x="47625" y="32384"/>
                  </a:lnTo>
                  <a:lnTo>
                    <a:pt x="69976" y="32003"/>
                  </a:lnTo>
                  <a:lnTo>
                    <a:pt x="72033" y="32003"/>
                  </a:lnTo>
                  <a:lnTo>
                    <a:pt x="71627" y="24891"/>
                  </a:lnTo>
                  <a:close/>
                </a:path>
                <a:path extrusionOk="0" h="1080135" w="718820">
                  <a:moveTo>
                    <a:pt x="69976" y="32003"/>
                  </a:moveTo>
                  <a:lnTo>
                    <a:pt x="47625" y="32384"/>
                  </a:lnTo>
                  <a:lnTo>
                    <a:pt x="59182" y="51334"/>
                  </a:lnTo>
                  <a:lnTo>
                    <a:pt x="69976" y="32003"/>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321" name="Google Shape;321;p11"/>
            <p:cNvPicPr preferRelativeResize="0"/>
            <p:nvPr/>
          </p:nvPicPr>
          <p:blipFill rotWithShape="1">
            <a:blip r:embed="rId32">
              <a:alphaModFix/>
            </a:blip>
            <a:srcRect b="0" l="0" r="0" t="0"/>
            <a:stretch/>
          </p:blipFill>
          <p:spPr>
            <a:xfrm>
              <a:off x="3983735" y="989037"/>
              <a:ext cx="1490472" cy="640118"/>
            </a:xfrm>
            <a:prstGeom prst="rect">
              <a:avLst/>
            </a:prstGeom>
            <a:noFill/>
            <a:ln>
              <a:noFill/>
            </a:ln>
          </p:spPr>
        </p:pic>
        <p:sp>
          <p:nvSpPr>
            <p:cNvPr id="322" name="Google Shape;322;p11"/>
            <p:cNvSpPr/>
            <p:nvPr/>
          </p:nvSpPr>
          <p:spPr>
            <a:xfrm>
              <a:off x="4141470" y="1067815"/>
              <a:ext cx="1296035" cy="504190"/>
            </a:xfrm>
            <a:custGeom>
              <a:rect b="b" l="l" r="r" t="t"/>
              <a:pathLst>
                <a:path extrusionOk="0" h="504190" w="1296035">
                  <a:moveTo>
                    <a:pt x="659879" y="266192"/>
                  </a:moveTo>
                  <a:lnTo>
                    <a:pt x="633856" y="266192"/>
                  </a:lnTo>
                  <a:lnTo>
                    <a:pt x="634238" y="268478"/>
                  </a:lnTo>
                  <a:lnTo>
                    <a:pt x="634057" y="268478"/>
                  </a:lnTo>
                  <a:lnTo>
                    <a:pt x="634745" y="276351"/>
                  </a:lnTo>
                  <a:lnTo>
                    <a:pt x="635762" y="286385"/>
                  </a:lnTo>
                  <a:lnTo>
                    <a:pt x="636142" y="288671"/>
                  </a:lnTo>
                  <a:lnTo>
                    <a:pt x="638937" y="298704"/>
                  </a:lnTo>
                  <a:lnTo>
                    <a:pt x="639063" y="299338"/>
                  </a:lnTo>
                  <a:lnTo>
                    <a:pt x="660907" y="334391"/>
                  </a:lnTo>
                  <a:lnTo>
                    <a:pt x="696087" y="365125"/>
                  </a:lnTo>
                  <a:lnTo>
                    <a:pt x="743584" y="393700"/>
                  </a:lnTo>
                  <a:lnTo>
                    <a:pt x="781303" y="411353"/>
                  </a:lnTo>
                  <a:lnTo>
                    <a:pt x="823594" y="427989"/>
                  </a:lnTo>
                  <a:lnTo>
                    <a:pt x="869695" y="443357"/>
                  </a:lnTo>
                  <a:lnTo>
                    <a:pt x="919352" y="457454"/>
                  </a:lnTo>
                  <a:lnTo>
                    <a:pt x="972057" y="469773"/>
                  </a:lnTo>
                  <a:lnTo>
                    <a:pt x="1027302" y="480568"/>
                  </a:lnTo>
                  <a:lnTo>
                    <a:pt x="1114170" y="493268"/>
                  </a:lnTo>
                  <a:lnTo>
                    <a:pt x="1173733" y="499110"/>
                  </a:lnTo>
                  <a:lnTo>
                    <a:pt x="1234313" y="502793"/>
                  </a:lnTo>
                  <a:lnTo>
                    <a:pt x="1295272" y="503936"/>
                  </a:lnTo>
                  <a:lnTo>
                    <a:pt x="1295527" y="478155"/>
                  </a:lnTo>
                  <a:lnTo>
                    <a:pt x="1265174" y="477774"/>
                  </a:lnTo>
                  <a:lnTo>
                    <a:pt x="1235075" y="476885"/>
                  </a:lnTo>
                  <a:lnTo>
                    <a:pt x="1175512" y="473201"/>
                  </a:lnTo>
                  <a:lnTo>
                    <a:pt x="1116583" y="467487"/>
                  </a:lnTo>
                  <a:lnTo>
                    <a:pt x="1059306" y="459613"/>
                  </a:lnTo>
                  <a:lnTo>
                    <a:pt x="1004062" y="449961"/>
                  </a:lnTo>
                  <a:lnTo>
                    <a:pt x="950976" y="438531"/>
                  </a:lnTo>
                  <a:lnTo>
                    <a:pt x="900810" y="425576"/>
                  </a:lnTo>
                  <a:lnTo>
                    <a:pt x="854075" y="411225"/>
                  </a:lnTo>
                  <a:lnTo>
                    <a:pt x="811149" y="395732"/>
                  </a:lnTo>
                  <a:lnTo>
                    <a:pt x="772540" y="378968"/>
                  </a:lnTo>
                  <a:lnTo>
                    <a:pt x="724026" y="352679"/>
                  </a:lnTo>
                  <a:lnTo>
                    <a:pt x="688213" y="325374"/>
                  </a:lnTo>
                  <a:lnTo>
                    <a:pt x="664018" y="291846"/>
                  </a:lnTo>
                  <a:lnTo>
                    <a:pt x="663193" y="289941"/>
                  </a:lnTo>
                  <a:lnTo>
                    <a:pt x="663425" y="289941"/>
                  </a:lnTo>
                  <a:lnTo>
                    <a:pt x="661763" y="283972"/>
                  </a:lnTo>
                  <a:lnTo>
                    <a:pt x="661542" y="283972"/>
                  </a:lnTo>
                  <a:lnTo>
                    <a:pt x="661162" y="281813"/>
                  </a:lnTo>
                  <a:lnTo>
                    <a:pt x="661351" y="281813"/>
                  </a:lnTo>
                  <a:lnTo>
                    <a:pt x="660653" y="273938"/>
                  </a:lnTo>
                  <a:lnTo>
                    <a:pt x="660107" y="268478"/>
                  </a:lnTo>
                  <a:lnTo>
                    <a:pt x="634238" y="268478"/>
                  </a:lnTo>
                  <a:lnTo>
                    <a:pt x="633972" y="267512"/>
                  </a:lnTo>
                  <a:lnTo>
                    <a:pt x="660011" y="267512"/>
                  </a:lnTo>
                  <a:lnTo>
                    <a:pt x="659879" y="266192"/>
                  </a:lnTo>
                  <a:close/>
                </a:path>
                <a:path extrusionOk="0" h="504190" w="1296035">
                  <a:moveTo>
                    <a:pt x="663193" y="289941"/>
                  </a:moveTo>
                  <a:lnTo>
                    <a:pt x="663955" y="291846"/>
                  </a:lnTo>
                  <a:lnTo>
                    <a:pt x="663843" y="291440"/>
                  </a:lnTo>
                  <a:lnTo>
                    <a:pt x="663193" y="289941"/>
                  </a:lnTo>
                  <a:close/>
                </a:path>
                <a:path extrusionOk="0" h="504190" w="1296035">
                  <a:moveTo>
                    <a:pt x="663843" y="291440"/>
                  </a:moveTo>
                  <a:lnTo>
                    <a:pt x="663955" y="291846"/>
                  </a:lnTo>
                  <a:lnTo>
                    <a:pt x="663843" y="291440"/>
                  </a:lnTo>
                  <a:close/>
                </a:path>
                <a:path extrusionOk="0" h="504190" w="1296035">
                  <a:moveTo>
                    <a:pt x="663425" y="289941"/>
                  </a:moveTo>
                  <a:lnTo>
                    <a:pt x="663193" y="289941"/>
                  </a:lnTo>
                  <a:lnTo>
                    <a:pt x="663843" y="291440"/>
                  </a:lnTo>
                  <a:lnTo>
                    <a:pt x="663425" y="289941"/>
                  </a:lnTo>
                  <a:close/>
                </a:path>
                <a:path extrusionOk="0" h="504190" w="1296035">
                  <a:moveTo>
                    <a:pt x="661162" y="281813"/>
                  </a:moveTo>
                  <a:lnTo>
                    <a:pt x="661542" y="283972"/>
                  </a:lnTo>
                  <a:lnTo>
                    <a:pt x="661440" y="282812"/>
                  </a:lnTo>
                  <a:lnTo>
                    <a:pt x="661162" y="281813"/>
                  </a:lnTo>
                  <a:close/>
                </a:path>
                <a:path extrusionOk="0" h="504190" w="1296035">
                  <a:moveTo>
                    <a:pt x="661440" y="282812"/>
                  </a:moveTo>
                  <a:lnTo>
                    <a:pt x="661542" y="283972"/>
                  </a:lnTo>
                  <a:lnTo>
                    <a:pt x="661763" y="283972"/>
                  </a:lnTo>
                  <a:lnTo>
                    <a:pt x="661440" y="282812"/>
                  </a:lnTo>
                  <a:close/>
                </a:path>
                <a:path extrusionOk="0" h="504190" w="1296035">
                  <a:moveTo>
                    <a:pt x="661351" y="281813"/>
                  </a:moveTo>
                  <a:lnTo>
                    <a:pt x="661162" y="281813"/>
                  </a:lnTo>
                  <a:lnTo>
                    <a:pt x="661440" y="282812"/>
                  </a:lnTo>
                  <a:lnTo>
                    <a:pt x="661351" y="281813"/>
                  </a:lnTo>
                  <a:close/>
                </a:path>
                <a:path extrusionOk="0" h="504190" w="1296035">
                  <a:moveTo>
                    <a:pt x="633856" y="266192"/>
                  </a:moveTo>
                  <a:lnTo>
                    <a:pt x="633972" y="267512"/>
                  </a:lnTo>
                  <a:lnTo>
                    <a:pt x="634238" y="268478"/>
                  </a:lnTo>
                  <a:lnTo>
                    <a:pt x="633856" y="266192"/>
                  </a:lnTo>
                  <a:close/>
                </a:path>
                <a:path extrusionOk="0" h="504190" w="1296035">
                  <a:moveTo>
                    <a:pt x="631605" y="258905"/>
                  </a:moveTo>
                  <a:lnTo>
                    <a:pt x="633972" y="267512"/>
                  </a:lnTo>
                  <a:lnTo>
                    <a:pt x="633856" y="266192"/>
                  </a:lnTo>
                  <a:lnTo>
                    <a:pt x="659879" y="266192"/>
                  </a:lnTo>
                  <a:lnTo>
                    <a:pt x="659638" y="263779"/>
                  </a:lnTo>
                  <a:lnTo>
                    <a:pt x="659638" y="263017"/>
                  </a:lnTo>
                  <a:lnTo>
                    <a:pt x="659383" y="262382"/>
                  </a:lnTo>
                  <a:lnTo>
                    <a:pt x="659256" y="261620"/>
                  </a:lnTo>
                  <a:lnTo>
                    <a:pt x="658872" y="260223"/>
                  </a:lnTo>
                  <a:lnTo>
                    <a:pt x="632205" y="260223"/>
                  </a:lnTo>
                  <a:lnTo>
                    <a:pt x="631605" y="258905"/>
                  </a:lnTo>
                  <a:close/>
                </a:path>
                <a:path extrusionOk="0" h="504190" w="1296035">
                  <a:moveTo>
                    <a:pt x="631443" y="258318"/>
                  </a:moveTo>
                  <a:lnTo>
                    <a:pt x="631605" y="258905"/>
                  </a:lnTo>
                  <a:lnTo>
                    <a:pt x="632205" y="260223"/>
                  </a:lnTo>
                  <a:lnTo>
                    <a:pt x="631443" y="258318"/>
                  </a:lnTo>
                  <a:close/>
                </a:path>
                <a:path extrusionOk="0" h="504190" w="1296035">
                  <a:moveTo>
                    <a:pt x="658348" y="258318"/>
                  </a:moveTo>
                  <a:lnTo>
                    <a:pt x="631443" y="258318"/>
                  </a:lnTo>
                  <a:lnTo>
                    <a:pt x="632205" y="260223"/>
                  </a:lnTo>
                  <a:lnTo>
                    <a:pt x="658872" y="260223"/>
                  </a:lnTo>
                  <a:lnTo>
                    <a:pt x="658348" y="258318"/>
                  </a:lnTo>
                  <a:close/>
                </a:path>
                <a:path extrusionOk="0" h="504190" w="1296035">
                  <a:moveTo>
                    <a:pt x="71713" y="48018"/>
                  </a:moveTo>
                  <a:lnTo>
                    <a:pt x="51351" y="59641"/>
                  </a:lnTo>
                  <a:lnTo>
                    <a:pt x="75791" y="74208"/>
                  </a:lnTo>
                  <a:lnTo>
                    <a:pt x="89915" y="74930"/>
                  </a:lnTo>
                  <a:lnTo>
                    <a:pt x="119506" y="76962"/>
                  </a:lnTo>
                  <a:lnTo>
                    <a:pt x="178307" y="82676"/>
                  </a:lnTo>
                  <a:lnTo>
                    <a:pt x="235712" y="90550"/>
                  </a:lnTo>
                  <a:lnTo>
                    <a:pt x="291083" y="100203"/>
                  </a:lnTo>
                  <a:lnTo>
                    <a:pt x="344169" y="111506"/>
                  </a:lnTo>
                  <a:lnTo>
                    <a:pt x="394334" y="124587"/>
                  </a:lnTo>
                  <a:lnTo>
                    <a:pt x="441070" y="138937"/>
                  </a:lnTo>
                  <a:lnTo>
                    <a:pt x="483869" y="154432"/>
                  </a:lnTo>
                  <a:lnTo>
                    <a:pt x="522477" y="171069"/>
                  </a:lnTo>
                  <a:lnTo>
                    <a:pt x="570864" y="197231"/>
                  </a:lnTo>
                  <a:lnTo>
                    <a:pt x="606425" y="224155"/>
                  </a:lnTo>
                  <a:lnTo>
                    <a:pt x="631605" y="258905"/>
                  </a:lnTo>
                  <a:lnTo>
                    <a:pt x="631443" y="258318"/>
                  </a:lnTo>
                  <a:lnTo>
                    <a:pt x="658348" y="258318"/>
                  </a:lnTo>
                  <a:lnTo>
                    <a:pt x="656463" y="251460"/>
                  </a:lnTo>
                  <a:lnTo>
                    <a:pt x="656335" y="250825"/>
                  </a:lnTo>
                  <a:lnTo>
                    <a:pt x="635380" y="216788"/>
                  </a:lnTo>
                  <a:lnTo>
                    <a:pt x="599947" y="185547"/>
                  </a:lnTo>
                  <a:lnTo>
                    <a:pt x="552195" y="156718"/>
                  </a:lnTo>
                  <a:lnTo>
                    <a:pt x="514476" y="138937"/>
                  </a:lnTo>
                  <a:lnTo>
                    <a:pt x="472185" y="122300"/>
                  </a:lnTo>
                  <a:lnTo>
                    <a:pt x="425957" y="106934"/>
                  </a:lnTo>
                  <a:lnTo>
                    <a:pt x="376427" y="92837"/>
                  </a:lnTo>
                  <a:lnTo>
                    <a:pt x="323595" y="80391"/>
                  </a:lnTo>
                  <a:lnTo>
                    <a:pt x="268350" y="69723"/>
                  </a:lnTo>
                  <a:lnTo>
                    <a:pt x="181737" y="57023"/>
                  </a:lnTo>
                  <a:lnTo>
                    <a:pt x="122046" y="51181"/>
                  </a:lnTo>
                  <a:lnTo>
                    <a:pt x="91693" y="49022"/>
                  </a:lnTo>
                  <a:lnTo>
                    <a:pt x="71713" y="48018"/>
                  </a:lnTo>
                  <a:close/>
                </a:path>
                <a:path extrusionOk="0" h="504190" w="1296035">
                  <a:moveTo>
                    <a:pt x="103631" y="0"/>
                  </a:moveTo>
                  <a:lnTo>
                    <a:pt x="0" y="59182"/>
                  </a:lnTo>
                  <a:lnTo>
                    <a:pt x="102488" y="120269"/>
                  </a:lnTo>
                  <a:lnTo>
                    <a:pt x="110362" y="118237"/>
                  </a:lnTo>
                  <a:lnTo>
                    <a:pt x="114045" y="112141"/>
                  </a:lnTo>
                  <a:lnTo>
                    <a:pt x="117728" y="105918"/>
                  </a:lnTo>
                  <a:lnTo>
                    <a:pt x="115696" y="98044"/>
                  </a:lnTo>
                  <a:lnTo>
                    <a:pt x="75791" y="74208"/>
                  </a:lnTo>
                  <a:lnTo>
                    <a:pt x="60070" y="73406"/>
                  </a:lnTo>
                  <a:lnTo>
                    <a:pt x="29971" y="72389"/>
                  </a:lnTo>
                  <a:lnTo>
                    <a:pt x="25526" y="72389"/>
                  </a:lnTo>
                  <a:lnTo>
                    <a:pt x="25780" y="46482"/>
                  </a:lnTo>
                  <a:lnTo>
                    <a:pt x="74406" y="46482"/>
                  </a:lnTo>
                  <a:lnTo>
                    <a:pt x="116458" y="22479"/>
                  </a:lnTo>
                  <a:lnTo>
                    <a:pt x="118617" y="14605"/>
                  </a:lnTo>
                  <a:lnTo>
                    <a:pt x="111505" y="2159"/>
                  </a:lnTo>
                  <a:lnTo>
                    <a:pt x="103631" y="0"/>
                  </a:lnTo>
                  <a:close/>
                </a:path>
                <a:path extrusionOk="0" h="504190" w="1296035">
                  <a:moveTo>
                    <a:pt x="30733" y="46482"/>
                  </a:moveTo>
                  <a:lnTo>
                    <a:pt x="25780" y="46482"/>
                  </a:lnTo>
                  <a:lnTo>
                    <a:pt x="25526" y="72389"/>
                  </a:lnTo>
                  <a:lnTo>
                    <a:pt x="29971" y="72389"/>
                  </a:lnTo>
                  <a:lnTo>
                    <a:pt x="60070" y="73406"/>
                  </a:lnTo>
                  <a:lnTo>
                    <a:pt x="75791" y="74208"/>
                  </a:lnTo>
                  <a:lnTo>
                    <a:pt x="69757" y="70612"/>
                  </a:lnTo>
                  <a:lnTo>
                    <a:pt x="32130" y="70612"/>
                  </a:lnTo>
                  <a:lnTo>
                    <a:pt x="32257" y="48260"/>
                  </a:lnTo>
                  <a:lnTo>
                    <a:pt x="71291" y="48260"/>
                  </a:lnTo>
                  <a:lnTo>
                    <a:pt x="71713" y="48018"/>
                  </a:lnTo>
                  <a:lnTo>
                    <a:pt x="61340" y="47498"/>
                  </a:lnTo>
                  <a:lnTo>
                    <a:pt x="30733" y="46482"/>
                  </a:lnTo>
                  <a:close/>
                </a:path>
                <a:path extrusionOk="0" h="504190" w="1296035">
                  <a:moveTo>
                    <a:pt x="32257" y="48260"/>
                  </a:moveTo>
                  <a:lnTo>
                    <a:pt x="32130" y="70612"/>
                  </a:lnTo>
                  <a:lnTo>
                    <a:pt x="51351" y="59641"/>
                  </a:lnTo>
                  <a:lnTo>
                    <a:pt x="32257" y="48260"/>
                  </a:lnTo>
                  <a:close/>
                </a:path>
                <a:path extrusionOk="0" h="504190" w="1296035">
                  <a:moveTo>
                    <a:pt x="51351" y="59641"/>
                  </a:moveTo>
                  <a:lnTo>
                    <a:pt x="32130" y="70612"/>
                  </a:lnTo>
                  <a:lnTo>
                    <a:pt x="69757" y="70612"/>
                  </a:lnTo>
                  <a:lnTo>
                    <a:pt x="51351" y="59641"/>
                  </a:lnTo>
                  <a:close/>
                </a:path>
                <a:path extrusionOk="0" h="504190" w="1296035">
                  <a:moveTo>
                    <a:pt x="71291" y="48260"/>
                  </a:moveTo>
                  <a:lnTo>
                    <a:pt x="32257" y="48260"/>
                  </a:lnTo>
                  <a:lnTo>
                    <a:pt x="51351" y="59641"/>
                  </a:lnTo>
                  <a:lnTo>
                    <a:pt x="71291" y="48260"/>
                  </a:lnTo>
                  <a:close/>
                </a:path>
                <a:path extrusionOk="0" h="504190" w="1296035">
                  <a:moveTo>
                    <a:pt x="74406" y="46482"/>
                  </a:moveTo>
                  <a:lnTo>
                    <a:pt x="30733" y="46482"/>
                  </a:lnTo>
                  <a:lnTo>
                    <a:pt x="61340" y="47498"/>
                  </a:lnTo>
                  <a:lnTo>
                    <a:pt x="71713" y="48018"/>
                  </a:lnTo>
                  <a:lnTo>
                    <a:pt x="74406" y="46482"/>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323" name="Google Shape;323;p11"/>
            <p:cNvPicPr preferRelativeResize="0"/>
            <p:nvPr/>
          </p:nvPicPr>
          <p:blipFill rotWithShape="1">
            <a:blip r:embed="rId33">
              <a:alphaModFix/>
            </a:blip>
            <a:srcRect b="0" l="0" r="0" t="0"/>
            <a:stretch/>
          </p:blipFill>
          <p:spPr>
            <a:xfrm>
              <a:off x="1822704" y="585190"/>
              <a:ext cx="1563623" cy="641629"/>
            </a:xfrm>
            <a:prstGeom prst="rect">
              <a:avLst/>
            </a:prstGeom>
            <a:noFill/>
            <a:ln>
              <a:noFill/>
            </a:ln>
          </p:spPr>
        </p:pic>
        <p:sp>
          <p:nvSpPr>
            <p:cNvPr id="324" name="Google Shape;324;p11"/>
            <p:cNvSpPr/>
            <p:nvPr/>
          </p:nvSpPr>
          <p:spPr>
            <a:xfrm>
              <a:off x="1980438" y="608075"/>
              <a:ext cx="1369060" cy="504190"/>
            </a:xfrm>
            <a:custGeom>
              <a:rect b="b" l="l" r="r" t="t"/>
              <a:pathLst>
                <a:path extrusionOk="0" h="504190" w="1369060">
                  <a:moveTo>
                    <a:pt x="102362" y="383413"/>
                  </a:moveTo>
                  <a:lnTo>
                    <a:pt x="0" y="444881"/>
                  </a:lnTo>
                  <a:lnTo>
                    <a:pt x="97536" y="500252"/>
                  </a:lnTo>
                  <a:lnTo>
                    <a:pt x="103759" y="503682"/>
                  </a:lnTo>
                  <a:lnTo>
                    <a:pt x="111632" y="501523"/>
                  </a:lnTo>
                  <a:lnTo>
                    <a:pt x="118744" y="489076"/>
                  </a:lnTo>
                  <a:lnTo>
                    <a:pt x="116459" y="481202"/>
                  </a:lnTo>
                  <a:lnTo>
                    <a:pt x="74696" y="457453"/>
                  </a:lnTo>
                  <a:lnTo>
                    <a:pt x="25781" y="457453"/>
                  </a:lnTo>
                  <a:lnTo>
                    <a:pt x="25526" y="431546"/>
                  </a:lnTo>
                  <a:lnTo>
                    <a:pt x="31750" y="431546"/>
                  </a:lnTo>
                  <a:lnTo>
                    <a:pt x="63500" y="430657"/>
                  </a:lnTo>
                  <a:lnTo>
                    <a:pt x="74844" y="430110"/>
                  </a:lnTo>
                  <a:lnTo>
                    <a:pt x="115569" y="405638"/>
                  </a:lnTo>
                  <a:lnTo>
                    <a:pt x="117601" y="397763"/>
                  </a:lnTo>
                  <a:lnTo>
                    <a:pt x="113918" y="391540"/>
                  </a:lnTo>
                  <a:lnTo>
                    <a:pt x="110236" y="385445"/>
                  </a:lnTo>
                  <a:lnTo>
                    <a:pt x="102362" y="383413"/>
                  </a:lnTo>
                  <a:close/>
                </a:path>
                <a:path extrusionOk="0" h="504190" w="1369060">
                  <a:moveTo>
                    <a:pt x="74844" y="430110"/>
                  </a:moveTo>
                  <a:lnTo>
                    <a:pt x="63500" y="430657"/>
                  </a:lnTo>
                  <a:lnTo>
                    <a:pt x="31750" y="431546"/>
                  </a:lnTo>
                  <a:lnTo>
                    <a:pt x="25526" y="431546"/>
                  </a:lnTo>
                  <a:lnTo>
                    <a:pt x="25781" y="457453"/>
                  </a:lnTo>
                  <a:lnTo>
                    <a:pt x="64769" y="456564"/>
                  </a:lnTo>
                  <a:lnTo>
                    <a:pt x="72485" y="456197"/>
                  </a:lnTo>
                  <a:lnTo>
                    <a:pt x="71567" y="455675"/>
                  </a:lnTo>
                  <a:lnTo>
                    <a:pt x="32257" y="455675"/>
                  </a:lnTo>
                  <a:lnTo>
                    <a:pt x="32004" y="433197"/>
                  </a:lnTo>
                  <a:lnTo>
                    <a:pt x="69702" y="433197"/>
                  </a:lnTo>
                  <a:lnTo>
                    <a:pt x="74844" y="430110"/>
                  </a:lnTo>
                  <a:close/>
                </a:path>
                <a:path extrusionOk="0" h="504190" w="1369060">
                  <a:moveTo>
                    <a:pt x="72485" y="456197"/>
                  </a:moveTo>
                  <a:lnTo>
                    <a:pt x="64769" y="456564"/>
                  </a:lnTo>
                  <a:lnTo>
                    <a:pt x="25781" y="457453"/>
                  </a:lnTo>
                  <a:lnTo>
                    <a:pt x="74696" y="457453"/>
                  </a:lnTo>
                  <a:lnTo>
                    <a:pt x="72485" y="456197"/>
                  </a:lnTo>
                  <a:close/>
                </a:path>
                <a:path extrusionOk="0" h="504190" w="1369060">
                  <a:moveTo>
                    <a:pt x="668241" y="244329"/>
                  </a:moveTo>
                  <a:lnTo>
                    <a:pt x="641476" y="279653"/>
                  </a:lnTo>
                  <a:lnTo>
                    <a:pt x="603757" y="306704"/>
                  </a:lnTo>
                  <a:lnTo>
                    <a:pt x="552576" y="332866"/>
                  </a:lnTo>
                  <a:lnTo>
                    <a:pt x="511682" y="349503"/>
                  </a:lnTo>
                  <a:lnTo>
                    <a:pt x="466344" y="364998"/>
                  </a:lnTo>
                  <a:lnTo>
                    <a:pt x="416941" y="379349"/>
                  </a:lnTo>
                  <a:lnTo>
                    <a:pt x="363981" y="392302"/>
                  </a:lnTo>
                  <a:lnTo>
                    <a:pt x="307848" y="403733"/>
                  </a:lnTo>
                  <a:lnTo>
                    <a:pt x="249300" y="413385"/>
                  </a:lnTo>
                  <a:lnTo>
                    <a:pt x="188594" y="421259"/>
                  </a:lnTo>
                  <a:lnTo>
                    <a:pt x="126492" y="427100"/>
                  </a:lnTo>
                  <a:lnTo>
                    <a:pt x="74844" y="430110"/>
                  </a:lnTo>
                  <a:lnTo>
                    <a:pt x="51371" y="444201"/>
                  </a:lnTo>
                  <a:lnTo>
                    <a:pt x="72485" y="456197"/>
                  </a:lnTo>
                  <a:lnTo>
                    <a:pt x="96774" y="455040"/>
                  </a:lnTo>
                  <a:lnTo>
                    <a:pt x="128778" y="452882"/>
                  </a:lnTo>
                  <a:lnTo>
                    <a:pt x="191897" y="447039"/>
                  </a:lnTo>
                  <a:lnTo>
                    <a:pt x="253237" y="439038"/>
                  </a:lnTo>
                  <a:lnTo>
                    <a:pt x="312800" y="429133"/>
                  </a:lnTo>
                  <a:lnTo>
                    <a:pt x="369824" y="417575"/>
                  </a:lnTo>
                  <a:lnTo>
                    <a:pt x="423925" y="404368"/>
                  </a:lnTo>
                  <a:lnTo>
                    <a:pt x="474472" y="389636"/>
                  </a:lnTo>
                  <a:lnTo>
                    <a:pt x="521207" y="373634"/>
                  </a:lnTo>
                  <a:lnTo>
                    <a:pt x="563372" y="356362"/>
                  </a:lnTo>
                  <a:lnTo>
                    <a:pt x="600837" y="338074"/>
                  </a:lnTo>
                  <a:lnTo>
                    <a:pt x="647064" y="308610"/>
                  </a:lnTo>
                  <a:lnTo>
                    <a:pt x="679704" y="276351"/>
                  </a:lnTo>
                  <a:lnTo>
                    <a:pt x="692023" y="254635"/>
                  </a:lnTo>
                  <a:lnTo>
                    <a:pt x="692404" y="254000"/>
                  </a:lnTo>
                  <a:lnTo>
                    <a:pt x="692657" y="253364"/>
                  </a:lnTo>
                  <a:lnTo>
                    <a:pt x="692785" y="252729"/>
                  </a:lnTo>
                  <a:lnTo>
                    <a:pt x="694866" y="245490"/>
                  </a:lnTo>
                  <a:lnTo>
                    <a:pt x="667893" y="245490"/>
                  </a:lnTo>
                  <a:lnTo>
                    <a:pt x="668241" y="244329"/>
                  </a:lnTo>
                  <a:close/>
                </a:path>
                <a:path extrusionOk="0" h="504190" w="1369060">
                  <a:moveTo>
                    <a:pt x="32004" y="433197"/>
                  </a:moveTo>
                  <a:lnTo>
                    <a:pt x="32257" y="455675"/>
                  </a:lnTo>
                  <a:lnTo>
                    <a:pt x="51371" y="444201"/>
                  </a:lnTo>
                  <a:lnTo>
                    <a:pt x="32004" y="433197"/>
                  </a:lnTo>
                  <a:close/>
                </a:path>
                <a:path extrusionOk="0" h="504190" w="1369060">
                  <a:moveTo>
                    <a:pt x="51371" y="444201"/>
                  </a:moveTo>
                  <a:lnTo>
                    <a:pt x="32257" y="455675"/>
                  </a:lnTo>
                  <a:lnTo>
                    <a:pt x="71567" y="455675"/>
                  </a:lnTo>
                  <a:lnTo>
                    <a:pt x="51371" y="444201"/>
                  </a:lnTo>
                  <a:close/>
                </a:path>
                <a:path extrusionOk="0" h="504190" w="1369060">
                  <a:moveTo>
                    <a:pt x="69702" y="433197"/>
                  </a:moveTo>
                  <a:lnTo>
                    <a:pt x="32004" y="433197"/>
                  </a:lnTo>
                  <a:lnTo>
                    <a:pt x="51371" y="444201"/>
                  </a:lnTo>
                  <a:lnTo>
                    <a:pt x="69702" y="433197"/>
                  </a:lnTo>
                  <a:close/>
                </a:path>
                <a:path extrusionOk="0" h="504190" w="1369060">
                  <a:moveTo>
                    <a:pt x="668655" y="243459"/>
                  </a:moveTo>
                  <a:lnTo>
                    <a:pt x="668241" y="244329"/>
                  </a:lnTo>
                  <a:lnTo>
                    <a:pt x="667893" y="245490"/>
                  </a:lnTo>
                  <a:lnTo>
                    <a:pt x="668655" y="243459"/>
                  </a:lnTo>
                  <a:close/>
                </a:path>
                <a:path extrusionOk="0" h="504190" w="1369060">
                  <a:moveTo>
                    <a:pt x="695450" y="243459"/>
                  </a:moveTo>
                  <a:lnTo>
                    <a:pt x="668655" y="243459"/>
                  </a:lnTo>
                  <a:lnTo>
                    <a:pt x="667893" y="245490"/>
                  </a:lnTo>
                  <a:lnTo>
                    <a:pt x="694866" y="245490"/>
                  </a:lnTo>
                  <a:lnTo>
                    <a:pt x="695450" y="243459"/>
                  </a:lnTo>
                  <a:close/>
                </a:path>
                <a:path extrusionOk="0" h="504190" w="1369060">
                  <a:moveTo>
                    <a:pt x="670523" y="236722"/>
                  </a:moveTo>
                  <a:lnTo>
                    <a:pt x="668241" y="244329"/>
                  </a:lnTo>
                  <a:lnTo>
                    <a:pt x="668655" y="243459"/>
                  </a:lnTo>
                  <a:lnTo>
                    <a:pt x="695450" y="243459"/>
                  </a:lnTo>
                  <a:lnTo>
                    <a:pt x="695706" y="242570"/>
                  </a:lnTo>
                  <a:lnTo>
                    <a:pt x="695960" y="241808"/>
                  </a:lnTo>
                  <a:lnTo>
                    <a:pt x="696213" y="240157"/>
                  </a:lnTo>
                  <a:lnTo>
                    <a:pt x="696458" y="237744"/>
                  </a:lnTo>
                  <a:lnTo>
                    <a:pt x="670432" y="237744"/>
                  </a:lnTo>
                  <a:lnTo>
                    <a:pt x="670523" y="236722"/>
                  </a:lnTo>
                  <a:close/>
                </a:path>
                <a:path extrusionOk="0" h="504190" w="1369060">
                  <a:moveTo>
                    <a:pt x="670941" y="235331"/>
                  </a:moveTo>
                  <a:lnTo>
                    <a:pt x="670523" y="236722"/>
                  </a:lnTo>
                  <a:lnTo>
                    <a:pt x="670432" y="237744"/>
                  </a:lnTo>
                  <a:lnTo>
                    <a:pt x="670941" y="235331"/>
                  </a:lnTo>
                  <a:close/>
                </a:path>
                <a:path extrusionOk="0" h="504190" w="1369060">
                  <a:moveTo>
                    <a:pt x="696702" y="235331"/>
                  </a:moveTo>
                  <a:lnTo>
                    <a:pt x="670941" y="235331"/>
                  </a:lnTo>
                  <a:lnTo>
                    <a:pt x="670432" y="237744"/>
                  </a:lnTo>
                  <a:lnTo>
                    <a:pt x="696458" y="237744"/>
                  </a:lnTo>
                  <a:lnTo>
                    <a:pt x="696702" y="235331"/>
                  </a:lnTo>
                  <a:close/>
                </a:path>
                <a:path extrusionOk="0" h="504190" w="1369060">
                  <a:moveTo>
                    <a:pt x="1368298" y="0"/>
                  </a:moveTo>
                  <a:lnTo>
                    <a:pt x="1303909" y="1270"/>
                  </a:lnTo>
                  <a:lnTo>
                    <a:pt x="1240028" y="4825"/>
                  </a:lnTo>
                  <a:lnTo>
                    <a:pt x="1177036" y="10668"/>
                  </a:lnTo>
                  <a:lnTo>
                    <a:pt x="1115568" y="18669"/>
                  </a:lnTo>
                  <a:lnTo>
                    <a:pt x="1055878" y="28575"/>
                  </a:lnTo>
                  <a:lnTo>
                    <a:pt x="971550" y="46482"/>
                  </a:lnTo>
                  <a:lnTo>
                    <a:pt x="919099" y="60578"/>
                  </a:lnTo>
                  <a:lnTo>
                    <a:pt x="870457" y="75946"/>
                  </a:lnTo>
                  <a:lnTo>
                    <a:pt x="825881" y="92583"/>
                  </a:lnTo>
                  <a:lnTo>
                    <a:pt x="786130" y="110109"/>
                  </a:lnTo>
                  <a:lnTo>
                    <a:pt x="751332" y="128904"/>
                  </a:lnTo>
                  <a:lnTo>
                    <a:pt x="709803" y="158876"/>
                  </a:lnTo>
                  <a:lnTo>
                    <a:pt x="682244" y="191515"/>
                  </a:lnTo>
                  <a:lnTo>
                    <a:pt x="676529" y="203073"/>
                  </a:lnTo>
                  <a:lnTo>
                    <a:pt x="676148" y="203708"/>
                  </a:lnTo>
                  <a:lnTo>
                    <a:pt x="675894" y="204343"/>
                  </a:lnTo>
                  <a:lnTo>
                    <a:pt x="675767" y="204977"/>
                  </a:lnTo>
                  <a:lnTo>
                    <a:pt x="672845" y="215011"/>
                  </a:lnTo>
                  <a:lnTo>
                    <a:pt x="672592" y="215773"/>
                  </a:lnTo>
                  <a:lnTo>
                    <a:pt x="672338" y="217550"/>
                  </a:lnTo>
                  <a:lnTo>
                    <a:pt x="671322" y="227711"/>
                  </a:lnTo>
                  <a:lnTo>
                    <a:pt x="670523" y="236722"/>
                  </a:lnTo>
                  <a:lnTo>
                    <a:pt x="670941" y="235331"/>
                  </a:lnTo>
                  <a:lnTo>
                    <a:pt x="696702" y="235331"/>
                  </a:lnTo>
                  <a:lnTo>
                    <a:pt x="697230" y="230124"/>
                  </a:lnTo>
                  <a:lnTo>
                    <a:pt x="697899" y="222376"/>
                  </a:lnTo>
                  <a:lnTo>
                    <a:pt x="697611" y="222376"/>
                  </a:lnTo>
                  <a:lnTo>
                    <a:pt x="698119" y="219837"/>
                  </a:lnTo>
                  <a:lnTo>
                    <a:pt x="698382" y="219837"/>
                  </a:lnTo>
                  <a:lnTo>
                    <a:pt x="700080" y="214249"/>
                  </a:lnTo>
                  <a:lnTo>
                    <a:pt x="699897" y="214249"/>
                  </a:lnTo>
                  <a:lnTo>
                    <a:pt x="700659" y="212344"/>
                  </a:lnTo>
                  <a:lnTo>
                    <a:pt x="703834" y="205739"/>
                  </a:lnTo>
                  <a:lnTo>
                    <a:pt x="709549" y="196976"/>
                  </a:lnTo>
                  <a:lnTo>
                    <a:pt x="737362" y="169672"/>
                  </a:lnTo>
                  <a:lnTo>
                    <a:pt x="779907" y="142494"/>
                  </a:lnTo>
                  <a:lnTo>
                    <a:pt x="815720" y="125095"/>
                  </a:lnTo>
                  <a:lnTo>
                    <a:pt x="856361" y="108458"/>
                  </a:lnTo>
                  <a:lnTo>
                    <a:pt x="901826" y="92837"/>
                  </a:lnTo>
                  <a:lnTo>
                    <a:pt x="951357" y="78486"/>
                  </a:lnTo>
                  <a:lnTo>
                    <a:pt x="1004316" y="65532"/>
                  </a:lnTo>
                  <a:lnTo>
                    <a:pt x="1060323" y="54101"/>
                  </a:lnTo>
                  <a:lnTo>
                    <a:pt x="1118870" y="44323"/>
                  </a:lnTo>
                  <a:lnTo>
                    <a:pt x="1179449" y="36575"/>
                  </a:lnTo>
                  <a:lnTo>
                    <a:pt x="1241679" y="30734"/>
                  </a:lnTo>
                  <a:lnTo>
                    <a:pt x="1304798" y="27177"/>
                  </a:lnTo>
                  <a:lnTo>
                    <a:pt x="1368552" y="25908"/>
                  </a:lnTo>
                  <a:lnTo>
                    <a:pt x="1368298" y="0"/>
                  </a:lnTo>
                  <a:close/>
                </a:path>
                <a:path extrusionOk="0" h="504190" w="1369060">
                  <a:moveTo>
                    <a:pt x="698119" y="219837"/>
                  </a:moveTo>
                  <a:lnTo>
                    <a:pt x="697611" y="222376"/>
                  </a:lnTo>
                  <a:lnTo>
                    <a:pt x="698014" y="221049"/>
                  </a:lnTo>
                  <a:lnTo>
                    <a:pt x="698119" y="219837"/>
                  </a:lnTo>
                  <a:close/>
                </a:path>
                <a:path extrusionOk="0" h="504190" w="1369060">
                  <a:moveTo>
                    <a:pt x="698014" y="221049"/>
                  </a:moveTo>
                  <a:lnTo>
                    <a:pt x="697611" y="222376"/>
                  </a:lnTo>
                  <a:lnTo>
                    <a:pt x="697899" y="222376"/>
                  </a:lnTo>
                  <a:lnTo>
                    <a:pt x="698014" y="221049"/>
                  </a:lnTo>
                  <a:close/>
                </a:path>
                <a:path extrusionOk="0" h="504190" w="1369060">
                  <a:moveTo>
                    <a:pt x="698382" y="219837"/>
                  </a:moveTo>
                  <a:lnTo>
                    <a:pt x="698119" y="219837"/>
                  </a:lnTo>
                  <a:lnTo>
                    <a:pt x="698014" y="221049"/>
                  </a:lnTo>
                  <a:lnTo>
                    <a:pt x="698382" y="219837"/>
                  </a:lnTo>
                  <a:close/>
                </a:path>
                <a:path extrusionOk="0" h="504190" w="1369060">
                  <a:moveTo>
                    <a:pt x="700659" y="212344"/>
                  </a:moveTo>
                  <a:lnTo>
                    <a:pt x="699897" y="214249"/>
                  </a:lnTo>
                  <a:lnTo>
                    <a:pt x="700430" y="213095"/>
                  </a:lnTo>
                  <a:lnTo>
                    <a:pt x="700659" y="212344"/>
                  </a:lnTo>
                  <a:close/>
                </a:path>
                <a:path extrusionOk="0" h="504190" w="1369060">
                  <a:moveTo>
                    <a:pt x="700430" y="213095"/>
                  </a:moveTo>
                  <a:lnTo>
                    <a:pt x="699897" y="214249"/>
                  </a:lnTo>
                  <a:lnTo>
                    <a:pt x="700080" y="214249"/>
                  </a:lnTo>
                  <a:lnTo>
                    <a:pt x="700430" y="213095"/>
                  </a:lnTo>
                  <a:close/>
                </a:path>
                <a:path extrusionOk="0" h="504190" w="1369060">
                  <a:moveTo>
                    <a:pt x="700778" y="212344"/>
                  </a:moveTo>
                  <a:lnTo>
                    <a:pt x="700430" y="213095"/>
                  </a:lnTo>
                  <a:lnTo>
                    <a:pt x="700778" y="212344"/>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325" name="Google Shape;325;p11"/>
            <p:cNvPicPr preferRelativeResize="0"/>
            <p:nvPr/>
          </p:nvPicPr>
          <p:blipFill rotWithShape="1">
            <a:blip r:embed="rId34">
              <a:alphaModFix/>
            </a:blip>
            <a:srcRect b="0" l="0" r="0" t="0"/>
            <a:stretch/>
          </p:blipFill>
          <p:spPr>
            <a:xfrm>
              <a:off x="815340" y="1536192"/>
              <a:ext cx="568477" cy="1706879"/>
            </a:xfrm>
            <a:prstGeom prst="rect">
              <a:avLst/>
            </a:prstGeom>
            <a:noFill/>
            <a:ln>
              <a:noFill/>
            </a:ln>
          </p:spPr>
        </p:pic>
        <p:sp>
          <p:nvSpPr>
            <p:cNvPr id="326" name="Google Shape;326;p11"/>
            <p:cNvSpPr/>
            <p:nvPr/>
          </p:nvSpPr>
          <p:spPr>
            <a:xfrm>
              <a:off x="914476" y="1558036"/>
              <a:ext cx="432434" cy="1511935"/>
            </a:xfrm>
            <a:custGeom>
              <a:rect b="b" l="l" r="r" t="t"/>
              <a:pathLst>
                <a:path extrusionOk="0" h="1511935" w="432434">
                  <a:moveTo>
                    <a:pt x="14668" y="1392809"/>
                  </a:moveTo>
                  <a:lnTo>
                    <a:pt x="8432" y="1396238"/>
                  </a:lnTo>
                  <a:lnTo>
                    <a:pt x="2197" y="1399793"/>
                  </a:lnTo>
                  <a:lnTo>
                    <a:pt x="0" y="1407667"/>
                  </a:lnTo>
                  <a:lnTo>
                    <a:pt x="58597" y="1511680"/>
                  </a:lnTo>
                  <a:lnTo>
                    <a:pt x="73984" y="1486153"/>
                  </a:lnTo>
                  <a:lnTo>
                    <a:pt x="71932" y="1486153"/>
                  </a:lnTo>
                  <a:lnTo>
                    <a:pt x="46024" y="1485773"/>
                  </a:lnTo>
                  <a:lnTo>
                    <a:pt x="46682" y="1441323"/>
                  </a:lnTo>
                  <a:lnTo>
                    <a:pt x="46797" y="1437943"/>
                  </a:lnTo>
                  <a:lnTo>
                    <a:pt x="22567" y="1394967"/>
                  </a:lnTo>
                  <a:lnTo>
                    <a:pt x="14668" y="1392809"/>
                  </a:lnTo>
                  <a:close/>
                </a:path>
                <a:path extrusionOk="0" h="1511935" w="432434">
                  <a:moveTo>
                    <a:pt x="46797" y="1437943"/>
                  </a:moveTo>
                  <a:lnTo>
                    <a:pt x="46682" y="1441323"/>
                  </a:lnTo>
                  <a:lnTo>
                    <a:pt x="46024" y="1485773"/>
                  </a:lnTo>
                  <a:lnTo>
                    <a:pt x="71932" y="1486153"/>
                  </a:lnTo>
                  <a:lnTo>
                    <a:pt x="72030" y="1479550"/>
                  </a:lnTo>
                  <a:lnTo>
                    <a:pt x="70256" y="1479550"/>
                  </a:lnTo>
                  <a:lnTo>
                    <a:pt x="47891" y="1479296"/>
                  </a:lnTo>
                  <a:lnTo>
                    <a:pt x="59375" y="1460250"/>
                  </a:lnTo>
                  <a:lnTo>
                    <a:pt x="46797" y="1437943"/>
                  </a:lnTo>
                  <a:close/>
                </a:path>
                <a:path extrusionOk="0" h="1511935" w="432434">
                  <a:moveTo>
                    <a:pt x="106032" y="1394078"/>
                  </a:moveTo>
                  <a:lnTo>
                    <a:pt x="98069" y="1396111"/>
                  </a:lnTo>
                  <a:lnTo>
                    <a:pt x="72727" y="1438105"/>
                  </a:lnTo>
                  <a:lnTo>
                    <a:pt x="72593" y="1441323"/>
                  </a:lnTo>
                  <a:lnTo>
                    <a:pt x="71932" y="1486153"/>
                  </a:lnTo>
                  <a:lnTo>
                    <a:pt x="73984" y="1486153"/>
                  </a:lnTo>
                  <a:lnTo>
                    <a:pt x="120243" y="1409446"/>
                  </a:lnTo>
                  <a:lnTo>
                    <a:pt x="118275" y="1401444"/>
                  </a:lnTo>
                  <a:lnTo>
                    <a:pt x="106032" y="1394078"/>
                  </a:lnTo>
                  <a:close/>
                </a:path>
                <a:path extrusionOk="0" h="1511935" w="432434">
                  <a:moveTo>
                    <a:pt x="59375" y="1460250"/>
                  </a:moveTo>
                  <a:lnTo>
                    <a:pt x="47891" y="1479296"/>
                  </a:lnTo>
                  <a:lnTo>
                    <a:pt x="70256" y="1479550"/>
                  </a:lnTo>
                  <a:lnTo>
                    <a:pt x="59375" y="1460250"/>
                  </a:lnTo>
                  <a:close/>
                </a:path>
                <a:path extrusionOk="0" h="1511935" w="432434">
                  <a:moveTo>
                    <a:pt x="72727" y="1438105"/>
                  </a:moveTo>
                  <a:lnTo>
                    <a:pt x="59375" y="1460250"/>
                  </a:lnTo>
                  <a:lnTo>
                    <a:pt x="70256" y="1479550"/>
                  </a:lnTo>
                  <a:lnTo>
                    <a:pt x="72030" y="1479550"/>
                  </a:lnTo>
                  <a:lnTo>
                    <a:pt x="72593" y="1441323"/>
                  </a:lnTo>
                  <a:lnTo>
                    <a:pt x="72727" y="1438105"/>
                  </a:lnTo>
                  <a:close/>
                </a:path>
                <a:path extrusionOk="0" h="1511935" w="432434">
                  <a:moveTo>
                    <a:pt x="244116" y="742129"/>
                  </a:moveTo>
                  <a:lnTo>
                    <a:pt x="228739" y="744219"/>
                  </a:lnTo>
                  <a:lnTo>
                    <a:pt x="227647" y="744347"/>
                  </a:lnTo>
                  <a:lnTo>
                    <a:pt x="226568" y="744601"/>
                  </a:lnTo>
                  <a:lnTo>
                    <a:pt x="225552" y="744981"/>
                  </a:lnTo>
                  <a:lnTo>
                    <a:pt x="217169" y="748284"/>
                  </a:lnTo>
                  <a:lnTo>
                    <a:pt x="216446" y="748538"/>
                  </a:lnTo>
                  <a:lnTo>
                    <a:pt x="187261" y="773556"/>
                  </a:lnTo>
                  <a:lnTo>
                    <a:pt x="161239" y="814704"/>
                  </a:lnTo>
                  <a:lnTo>
                    <a:pt x="145186" y="850011"/>
                  </a:lnTo>
                  <a:lnTo>
                    <a:pt x="130009" y="891159"/>
                  </a:lnTo>
                  <a:lnTo>
                    <a:pt x="115697" y="937640"/>
                  </a:lnTo>
                  <a:lnTo>
                    <a:pt x="102323" y="988949"/>
                  </a:lnTo>
                  <a:lnTo>
                    <a:pt x="90119" y="1044701"/>
                  </a:lnTo>
                  <a:lnTo>
                    <a:pt x="79082" y="1104264"/>
                  </a:lnTo>
                  <a:lnTo>
                    <a:pt x="69405" y="1167002"/>
                  </a:lnTo>
                  <a:lnTo>
                    <a:pt x="61252" y="1232662"/>
                  </a:lnTo>
                  <a:lnTo>
                    <a:pt x="54660" y="1300352"/>
                  </a:lnTo>
                  <a:lnTo>
                    <a:pt x="49682" y="1369694"/>
                  </a:lnTo>
                  <a:lnTo>
                    <a:pt x="46797" y="1437943"/>
                  </a:lnTo>
                  <a:lnTo>
                    <a:pt x="59375" y="1460250"/>
                  </a:lnTo>
                  <a:lnTo>
                    <a:pt x="72727" y="1438105"/>
                  </a:lnTo>
                  <a:lnTo>
                    <a:pt x="75514" y="1371600"/>
                  </a:lnTo>
                  <a:lnTo>
                    <a:pt x="80441" y="1302765"/>
                  </a:lnTo>
                  <a:lnTo>
                    <a:pt x="86994" y="1235583"/>
                  </a:lnTo>
                  <a:lnTo>
                    <a:pt x="95034" y="1170813"/>
                  </a:lnTo>
                  <a:lnTo>
                    <a:pt x="104597" y="1108710"/>
                  </a:lnTo>
                  <a:lnTo>
                    <a:pt x="115468" y="1050036"/>
                  </a:lnTo>
                  <a:lnTo>
                    <a:pt x="127457" y="995172"/>
                  </a:lnTo>
                  <a:lnTo>
                    <a:pt x="140563" y="944879"/>
                  </a:lnTo>
                  <a:lnTo>
                    <a:pt x="154444" y="899667"/>
                  </a:lnTo>
                  <a:lnTo>
                    <a:pt x="168986" y="860298"/>
                  </a:lnTo>
                  <a:lnTo>
                    <a:pt x="191592" y="813180"/>
                  </a:lnTo>
                  <a:lnTo>
                    <a:pt x="220652" y="776604"/>
                  </a:lnTo>
                  <a:lnTo>
                    <a:pt x="220433" y="776604"/>
                  </a:lnTo>
                  <a:lnTo>
                    <a:pt x="222097" y="775335"/>
                  </a:lnTo>
                  <a:lnTo>
                    <a:pt x="222429" y="775335"/>
                  </a:lnTo>
                  <a:lnTo>
                    <a:pt x="227019" y="772413"/>
                  </a:lnTo>
                  <a:lnTo>
                    <a:pt x="226733" y="772413"/>
                  </a:lnTo>
                  <a:lnTo>
                    <a:pt x="228815" y="771271"/>
                  </a:lnTo>
                  <a:lnTo>
                    <a:pt x="229634" y="771271"/>
                  </a:lnTo>
                  <a:lnTo>
                    <a:pt x="233180" y="769874"/>
                  </a:lnTo>
                  <a:lnTo>
                    <a:pt x="231927" y="769874"/>
                  </a:lnTo>
                  <a:lnTo>
                    <a:pt x="235115" y="769112"/>
                  </a:lnTo>
                  <a:lnTo>
                    <a:pt x="238385" y="769112"/>
                  </a:lnTo>
                  <a:lnTo>
                    <a:pt x="240537" y="768858"/>
                  </a:lnTo>
                  <a:lnTo>
                    <a:pt x="250024" y="767588"/>
                  </a:lnTo>
                  <a:lnTo>
                    <a:pt x="251015" y="767334"/>
                  </a:lnTo>
                  <a:lnTo>
                    <a:pt x="260337" y="763651"/>
                  </a:lnTo>
                  <a:lnTo>
                    <a:pt x="261099" y="763397"/>
                  </a:lnTo>
                  <a:lnTo>
                    <a:pt x="261835" y="763015"/>
                  </a:lnTo>
                  <a:lnTo>
                    <a:pt x="262534" y="762508"/>
                  </a:lnTo>
                  <a:lnTo>
                    <a:pt x="270916" y="757301"/>
                  </a:lnTo>
                  <a:lnTo>
                    <a:pt x="271500" y="756919"/>
                  </a:lnTo>
                  <a:lnTo>
                    <a:pt x="272580" y="756158"/>
                  </a:lnTo>
                  <a:lnTo>
                    <a:pt x="282079" y="747649"/>
                  </a:lnTo>
                  <a:lnTo>
                    <a:pt x="286506" y="742696"/>
                  </a:lnTo>
                  <a:lnTo>
                    <a:pt x="242620" y="742696"/>
                  </a:lnTo>
                  <a:lnTo>
                    <a:pt x="244116" y="742129"/>
                  </a:lnTo>
                  <a:close/>
                </a:path>
                <a:path extrusionOk="0" h="1511935" w="432434">
                  <a:moveTo>
                    <a:pt x="222097" y="775335"/>
                  </a:moveTo>
                  <a:lnTo>
                    <a:pt x="220433" y="776604"/>
                  </a:lnTo>
                  <a:lnTo>
                    <a:pt x="221226" y="776100"/>
                  </a:lnTo>
                  <a:lnTo>
                    <a:pt x="222097" y="775335"/>
                  </a:lnTo>
                  <a:close/>
                </a:path>
                <a:path extrusionOk="0" h="1511935" w="432434">
                  <a:moveTo>
                    <a:pt x="221226" y="776100"/>
                  </a:moveTo>
                  <a:lnTo>
                    <a:pt x="220433" y="776604"/>
                  </a:lnTo>
                  <a:lnTo>
                    <a:pt x="220652" y="776604"/>
                  </a:lnTo>
                  <a:lnTo>
                    <a:pt x="221226" y="776100"/>
                  </a:lnTo>
                  <a:close/>
                </a:path>
                <a:path extrusionOk="0" h="1511935" w="432434">
                  <a:moveTo>
                    <a:pt x="222429" y="775335"/>
                  </a:moveTo>
                  <a:lnTo>
                    <a:pt x="222097" y="775335"/>
                  </a:lnTo>
                  <a:lnTo>
                    <a:pt x="221226" y="776100"/>
                  </a:lnTo>
                  <a:lnTo>
                    <a:pt x="222429" y="775335"/>
                  </a:lnTo>
                  <a:close/>
                </a:path>
                <a:path extrusionOk="0" h="1511935" w="432434">
                  <a:moveTo>
                    <a:pt x="228815" y="771271"/>
                  </a:moveTo>
                  <a:lnTo>
                    <a:pt x="226733" y="772413"/>
                  </a:lnTo>
                  <a:lnTo>
                    <a:pt x="227485" y="772117"/>
                  </a:lnTo>
                  <a:lnTo>
                    <a:pt x="228815" y="771271"/>
                  </a:lnTo>
                  <a:close/>
                </a:path>
                <a:path extrusionOk="0" h="1511935" w="432434">
                  <a:moveTo>
                    <a:pt x="227485" y="772117"/>
                  </a:moveTo>
                  <a:lnTo>
                    <a:pt x="226733" y="772413"/>
                  </a:lnTo>
                  <a:lnTo>
                    <a:pt x="227019" y="772413"/>
                  </a:lnTo>
                  <a:lnTo>
                    <a:pt x="227485" y="772117"/>
                  </a:lnTo>
                  <a:close/>
                </a:path>
                <a:path extrusionOk="0" h="1511935" w="432434">
                  <a:moveTo>
                    <a:pt x="229634" y="771271"/>
                  </a:moveTo>
                  <a:lnTo>
                    <a:pt x="228815" y="771271"/>
                  </a:lnTo>
                  <a:lnTo>
                    <a:pt x="227485" y="772117"/>
                  </a:lnTo>
                  <a:lnTo>
                    <a:pt x="229634" y="771271"/>
                  </a:lnTo>
                  <a:close/>
                </a:path>
                <a:path extrusionOk="0" h="1511935" w="432434">
                  <a:moveTo>
                    <a:pt x="235115" y="769112"/>
                  </a:moveTo>
                  <a:lnTo>
                    <a:pt x="231927" y="769874"/>
                  </a:lnTo>
                  <a:lnTo>
                    <a:pt x="233716" y="769662"/>
                  </a:lnTo>
                  <a:lnTo>
                    <a:pt x="235115" y="769112"/>
                  </a:lnTo>
                  <a:close/>
                </a:path>
                <a:path extrusionOk="0" h="1511935" w="432434">
                  <a:moveTo>
                    <a:pt x="233716" y="769662"/>
                  </a:moveTo>
                  <a:lnTo>
                    <a:pt x="231927" y="769874"/>
                  </a:lnTo>
                  <a:lnTo>
                    <a:pt x="233180" y="769874"/>
                  </a:lnTo>
                  <a:lnTo>
                    <a:pt x="233716" y="769662"/>
                  </a:lnTo>
                  <a:close/>
                </a:path>
                <a:path extrusionOk="0" h="1511935" w="432434">
                  <a:moveTo>
                    <a:pt x="238385" y="769112"/>
                  </a:moveTo>
                  <a:lnTo>
                    <a:pt x="235115" y="769112"/>
                  </a:lnTo>
                  <a:lnTo>
                    <a:pt x="233716" y="769662"/>
                  </a:lnTo>
                  <a:lnTo>
                    <a:pt x="238385" y="769112"/>
                  </a:lnTo>
                  <a:close/>
                </a:path>
                <a:path extrusionOk="0" h="1511935" w="432434">
                  <a:moveTo>
                    <a:pt x="245554" y="741934"/>
                  </a:moveTo>
                  <a:lnTo>
                    <a:pt x="244116" y="742129"/>
                  </a:lnTo>
                  <a:lnTo>
                    <a:pt x="242620" y="742696"/>
                  </a:lnTo>
                  <a:lnTo>
                    <a:pt x="245554" y="741934"/>
                  </a:lnTo>
                  <a:close/>
                </a:path>
                <a:path extrusionOk="0" h="1511935" w="432434">
                  <a:moveTo>
                    <a:pt x="287187" y="741934"/>
                  </a:moveTo>
                  <a:lnTo>
                    <a:pt x="245554" y="741934"/>
                  </a:lnTo>
                  <a:lnTo>
                    <a:pt x="242620" y="742696"/>
                  </a:lnTo>
                  <a:lnTo>
                    <a:pt x="286506" y="742696"/>
                  </a:lnTo>
                  <a:lnTo>
                    <a:pt x="287187" y="741934"/>
                  </a:lnTo>
                  <a:close/>
                </a:path>
                <a:path extrusionOk="0" h="1511935" w="432434">
                  <a:moveTo>
                    <a:pt x="249563" y="740066"/>
                  </a:moveTo>
                  <a:lnTo>
                    <a:pt x="244116" y="742129"/>
                  </a:lnTo>
                  <a:lnTo>
                    <a:pt x="245554" y="741934"/>
                  </a:lnTo>
                  <a:lnTo>
                    <a:pt x="287187" y="741934"/>
                  </a:lnTo>
                  <a:lnTo>
                    <a:pt x="288436" y="740537"/>
                  </a:lnTo>
                  <a:lnTo>
                    <a:pt x="248805" y="740537"/>
                  </a:lnTo>
                  <a:lnTo>
                    <a:pt x="249563" y="740066"/>
                  </a:lnTo>
                  <a:close/>
                </a:path>
                <a:path extrusionOk="0" h="1511935" w="432434">
                  <a:moveTo>
                    <a:pt x="251002" y="739521"/>
                  </a:moveTo>
                  <a:lnTo>
                    <a:pt x="249563" y="740066"/>
                  </a:lnTo>
                  <a:lnTo>
                    <a:pt x="248805" y="740537"/>
                  </a:lnTo>
                  <a:lnTo>
                    <a:pt x="251002" y="739521"/>
                  </a:lnTo>
                  <a:close/>
                </a:path>
                <a:path extrusionOk="0" h="1511935" w="432434">
                  <a:moveTo>
                    <a:pt x="289344" y="739521"/>
                  </a:moveTo>
                  <a:lnTo>
                    <a:pt x="251002" y="739521"/>
                  </a:lnTo>
                  <a:lnTo>
                    <a:pt x="248805" y="740537"/>
                  </a:lnTo>
                  <a:lnTo>
                    <a:pt x="288436" y="740537"/>
                  </a:lnTo>
                  <a:lnTo>
                    <a:pt x="289344" y="739521"/>
                  </a:lnTo>
                  <a:close/>
                </a:path>
                <a:path extrusionOk="0" h="1511935" w="432434">
                  <a:moveTo>
                    <a:pt x="256528" y="735739"/>
                  </a:moveTo>
                  <a:lnTo>
                    <a:pt x="249563" y="740066"/>
                  </a:lnTo>
                  <a:lnTo>
                    <a:pt x="251002" y="739521"/>
                  </a:lnTo>
                  <a:lnTo>
                    <a:pt x="289344" y="739521"/>
                  </a:lnTo>
                  <a:lnTo>
                    <a:pt x="291160" y="737488"/>
                  </a:lnTo>
                  <a:lnTo>
                    <a:pt x="291810" y="736600"/>
                  </a:lnTo>
                  <a:lnTo>
                    <a:pt x="255524" y="736600"/>
                  </a:lnTo>
                  <a:lnTo>
                    <a:pt x="256528" y="735739"/>
                  </a:lnTo>
                  <a:close/>
                </a:path>
                <a:path extrusionOk="0" h="1511935" w="432434">
                  <a:moveTo>
                    <a:pt x="257187" y="735329"/>
                  </a:moveTo>
                  <a:lnTo>
                    <a:pt x="256528" y="735739"/>
                  </a:lnTo>
                  <a:lnTo>
                    <a:pt x="255524" y="736600"/>
                  </a:lnTo>
                  <a:lnTo>
                    <a:pt x="257187" y="735329"/>
                  </a:lnTo>
                  <a:close/>
                </a:path>
                <a:path extrusionOk="0" h="1511935" w="432434">
                  <a:moveTo>
                    <a:pt x="292740" y="735329"/>
                  </a:moveTo>
                  <a:lnTo>
                    <a:pt x="257187" y="735329"/>
                  </a:lnTo>
                  <a:lnTo>
                    <a:pt x="255524" y="736600"/>
                  </a:lnTo>
                  <a:lnTo>
                    <a:pt x="291810" y="736600"/>
                  </a:lnTo>
                  <a:lnTo>
                    <a:pt x="292740" y="735329"/>
                  </a:lnTo>
                  <a:close/>
                </a:path>
                <a:path extrusionOk="0" h="1511935" w="432434">
                  <a:moveTo>
                    <a:pt x="406069" y="0"/>
                  </a:moveTo>
                  <a:lnTo>
                    <a:pt x="405037" y="71247"/>
                  </a:lnTo>
                  <a:lnTo>
                    <a:pt x="402132" y="140715"/>
                  </a:lnTo>
                  <a:lnTo>
                    <a:pt x="397179" y="209296"/>
                  </a:lnTo>
                  <a:lnTo>
                    <a:pt x="390575" y="276478"/>
                  </a:lnTo>
                  <a:lnTo>
                    <a:pt x="382574" y="341249"/>
                  </a:lnTo>
                  <a:lnTo>
                    <a:pt x="373049" y="403351"/>
                  </a:lnTo>
                  <a:lnTo>
                    <a:pt x="362127" y="462025"/>
                  </a:lnTo>
                  <a:lnTo>
                    <a:pt x="350100" y="517016"/>
                  </a:lnTo>
                  <a:lnTo>
                    <a:pt x="336994" y="567181"/>
                  </a:lnTo>
                  <a:lnTo>
                    <a:pt x="323075" y="612521"/>
                  </a:lnTo>
                  <a:lnTo>
                    <a:pt x="308457" y="652144"/>
                  </a:lnTo>
                  <a:lnTo>
                    <a:pt x="285635" y="699515"/>
                  </a:lnTo>
                  <a:lnTo>
                    <a:pt x="262788" y="730376"/>
                  </a:lnTo>
                  <a:lnTo>
                    <a:pt x="256528" y="735739"/>
                  </a:lnTo>
                  <a:lnTo>
                    <a:pt x="257187" y="735329"/>
                  </a:lnTo>
                  <a:lnTo>
                    <a:pt x="292740" y="735329"/>
                  </a:lnTo>
                  <a:lnTo>
                    <a:pt x="299897" y="725551"/>
                  </a:lnTo>
                  <a:lnTo>
                    <a:pt x="324713" y="679830"/>
                  </a:lnTo>
                  <a:lnTo>
                    <a:pt x="340283" y="641730"/>
                  </a:lnTo>
                  <a:lnTo>
                    <a:pt x="355079" y="597788"/>
                  </a:lnTo>
                  <a:lnTo>
                    <a:pt x="368858" y="549021"/>
                  </a:lnTo>
                  <a:lnTo>
                    <a:pt x="381558" y="495300"/>
                  </a:lnTo>
                  <a:lnTo>
                    <a:pt x="393242" y="437768"/>
                  </a:lnTo>
                  <a:lnTo>
                    <a:pt x="403529" y="376427"/>
                  </a:lnTo>
                  <a:lnTo>
                    <a:pt x="412546" y="312165"/>
                  </a:lnTo>
                  <a:lnTo>
                    <a:pt x="422960" y="211200"/>
                  </a:lnTo>
                  <a:lnTo>
                    <a:pt x="427913" y="141731"/>
                  </a:lnTo>
                  <a:lnTo>
                    <a:pt x="430967" y="70865"/>
                  </a:lnTo>
                  <a:lnTo>
                    <a:pt x="431977" y="508"/>
                  </a:lnTo>
                  <a:lnTo>
                    <a:pt x="406069" y="0"/>
                  </a:lnTo>
                  <a:close/>
                </a:path>
              </a:pathLst>
            </a:custGeom>
            <a:solidFill>
              <a:srgbClr val="0000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327" name="Google Shape;327;p11"/>
            <p:cNvPicPr preferRelativeResize="0"/>
            <p:nvPr/>
          </p:nvPicPr>
          <p:blipFill rotWithShape="1">
            <a:blip r:embed="rId35">
              <a:alphaModFix/>
            </a:blip>
            <a:srcRect b="0" l="0" r="0" t="0"/>
            <a:stretch/>
          </p:blipFill>
          <p:spPr>
            <a:xfrm>
              <a:off x="917447" y="3983735"/>
              <a:ext cx="1217688" cy="1348739"/>
            </a:xfrm>
            <a:prstGeom prst="rect">
              <a:avLst/>
            </a:prstGeom>
            <a:noFill/>
            <a:ln>
              <a:noFill/>
            </a:ln>
          </p:spPr>
        </p:pic>
        <p:sp>
          <p:nvSpPr>
            <p:cNvPr id="328" name="Google Shape;328;p11"/>
            <p:cNvSpPr/>
            <p:nvPr/>
          </p:nvSpPr>
          <p:spPr>
            <a:xfrm>
              <a:off x="960120" y="4005452"/>
              <a:ext cx="1078230" cy="1153160"/>
            </a:xfrm>
            <a:custGeom>
              <a:rect b="b" l="l" r="r" t="t"/>
              <a:pathLst>
                <a:path extrusionOk="0" h="1153160" w="1078230">
                  <a:moveTo>
                    <a:pt x="972057" y="1036066"/>
                  </a:moveTo>
                  <a:lnTo>
                    <a:pt x="965962" y="1039876"/>
                  </a:lnTo>
                  <a:lnTo>
                    <a:pt x="959993" y="1043686"/>
                  </a:lnTo>
                  <a:lnTo>
                    <a:pt x="958088" y="1051560"/>
                  </a:lnTo>
                  <a:lnTo>
                    <a:pt x="1021080" y="1152906"/>
                  </a:lnTo>
                  <a:lnTo>
                    <a:pt x="1034874" y="1127633"/>
                  </a:lnTo>
                  <a:lnTo>
                    <a:pt x="1007363" y="1127633"/>
                  </a:lnTo>
                  <a:lnTo>
                    <a:pt x="1007363" y="1126871"/>
                  </a:lnTo>
                  <a:lnTo>
                    <a:pt x="1005332" y="1100582"/>
                  </a:lnTo>
                  <a:lnTo>
                    <a:pt x="1001903" y="1074420"/>
                  </a:lnTo>
                  <a:lnTo>
                    <a:pt x="1001542" y="1072468"/>
                  </a:lnTo>
                  <a:lnTo>
                    <a:pt x="980059" y="1037971"/>
                  </a:lnTo>
                  <a:lnTo>
                    <a:pt x="972057" y="1036066"/>
                  </a:lnTo>
                  <a:close/>
                </a:path>
                <a:path extrusionOk="0" h="1153160" w="1078230">
                  <a:moveTo>
                    <a:pt x="1001542" y="1072468"/>
                  </a:moveTo>
                  <a:lnTo>
                    <a:pt x="1001903" y="1074420"/>
                  </a:lnTo>
                  <a:lnTo>
                    <a:pt x="1005332" y="1100582"/>
                  </a:lnTo>
                  <a:lnTo>
                    <a:pt x="1007363" y="1126871"/>
                  </a:lnTo>
                  <a:lnTo>
                    <a:pt x="1007363" y="1127633"/>
                  </a:lnTo>
                  <a:lnTo>
                    <a:pt x="1033272" y="1126871"/>
                  </a:lnTo>
                  <a:lnTo>
                    <a:pt x="1033272" y="1124839"/>
                  </a:lnTo>
                  <a:lnTo>
                    <a:pt x="1032974" y="1121029"/>
                  </a:lnTo>
                  <a:lnTo>
                    <a:pt x="1009015" y="1121029"/>
                  </a:lnTo>
                  <a:lnTo>
                    <a:pt x="1019635" y="1101542"/>
                  </a:lnTo>
                  <a:lnTo>
                    <a:pt x="1001542" y="1072468"/>
                  </a:lnTo>
                  <a:close/>
                </a:path>
                <a:path extrusionOk="0" h="1153160" w="1078230">
                  <a:moveTo>
                    <a:pt x="1063371" y="1033526"/>
                  </a:moveTo>
                  <a:lnTo>
                    <a:pt x="1055497" y="1035812"/>
                  </a:lnTo>
                  <a:lnTo>
                    <a:pt x="1052068" y="1042035"/>
                  </a:lnTo>
                  <a:lnTo>
                    <a:pt x="1029267" y="1083868"/>
                  </a:lnTo>
                  <a:lnTo>
                    <a:pt x="1031113" y="1097153"/>
                  </a:lnTo>
                  <a:lnTo>
                    <a:pt x="1033272" y="1124839"/>
                  </a:lnTo>
                  <a:lnTo>
                    <a:pt x="1033272" y="1126871"/>
                  </a:lnTo>
                  <a:lnTo>
                    <a:pt x="1007363" y="1127633"/>
                  </a:lnTo>
                  <a:lnTo>
                    <a:pt x="1034874" y="1127633"/>
                  </a:lnTo>
                  <a:lnTo>
                    <a:pt x="1074801" y="1054481"/>
                  </a:lnTo>
                  <a:lnTo>
                    <a:pt x="1078230" y="1048258"/>
                  </a:lnTo>
                  <a:lnTo>
                    <a:pt x="1075944" y="1040384"/>
                  </a:lnTo>
                  <a:lnTo>
                    <a:pt x="1069721" y="1036955"/>
                  </a:lnTo>
                  <a:lnTo>
                    <a:pt x="1063371" y="1033526"/>
                  </a:lnTo>
                  <a:close/>
                </a:path>
                <a:path extrusionOk="0" h="1153160" w="1078230">
                  <a:moveTo>
                    <a:pt x="1019635" y="1101542"/>
                  </a:moveTo>
                  <a:lnTo>
                    <a:pt x="1009015" y="1121029"/>
                  </a:lnTo>
                  <a:lnTo>
                    <a:pt x="1031367" y="1120394"/>
                  </a:lnTo>
                  <a:lnTo>
                    <a:pt x="1019635" y="1101542"/>
                  </a:lnTo>
                  <a:close/>
                </a:path>
                <a:path extrusionOk="0" h="1153160" w="1078230">
                  <a:moveTo>
                    <a:pt x="1029267" y="1083868"/>
                  </a:moveTo>
                  <a:lnTo>
                    <a:pt x="1019635" y="1101542"/>
                  </a:lnTo>
                  <a:lnTo>
                    <a:pt x="1031367" y="1120394"/>
                  </a:lnTo>
                  <a:lnTo>
                    <a:pt x="1009015" y="1121029"/>
                  </a:lnTo>
                  <a:lnTo>
                    <a:pt x="1032974" y="1121029"/>
                  </a:lnTo>
                  <a:lnTo>
                    <a:pt x="1031113" y="1097153"/>
                  </a:lnTo>
                  <a:lnTo>
                    <a:pt x="1029267" y="1083868"/>
                  </a:lnTo>
                  <a:close/>
                </a:path>
                <a:path extrusionOk="0" h="1153160" w="1078230">
                  <a:moveTo>
                    <a:pt x="25908" y="0"/>
                  </a:moveTo>
                  <a:lnTo>
                    <a:pt x="0" y="762"/>
                  </a:lnTo>
                  <a:lnTo>
                    <a:pt x="762" y="27813"/>
                  </a:lnTo>
                  <a:lnTo>
                    <a:pt x="2895" y="55245"/>
                  </a:lnTo>
                  <a:lnTo>
                    <a:pt x="11544" y="110109"/>
                  </a:lnTo>
                  <a:lnTo>
                    <a:pt x="25438" y="164084"/>
                  </a:lnTo>
                  <a:lnTo>
                    <a:pt x="44196" y="216535"/>
                  </a:lnTo>
                  <a:lnTo>
                    <a:pt x="67386" y="267335"/>
                  </a:lnTo>
                  <a:lnTo>
                    <a:pt x="94856" y="315976"/>
                  </a:lnTo>
                  <a:lnTo>
                    <a:pt x="126022" y="361950"/>
                  </a:lnTo>
                  <a:lnTo>
                    <a:pt x="160566" y="404876"/>
                  </a:lnTo>
                  <a:lnTo>
                    <a:pt x="198170" y="444373"/>
                  </a:lnTo>
                  <a:lnTo>
                    <a:pt x="238417" y="480187"/>
                  </a:lnTo>
                  <a:lnTo>
                    <a:pt x="280949" y="511556"/>
                  </a:lnTo>
                  <a:lnTo>
                    <a:pt x="325501" y="538353"/>
                  </a:lnTo>
                  <a:lnTo>
                    <a:pt x="371729" y="560070"/>
                  </a:lnTo>
                  <a:lnTo>
                    <a:pt x="419227" y="576072"/>
                  </a:lnTo>
                  <a:lnTo>
                    <a:pt x="467614" y="586105"/>
                  </a:lnTo>
                  <a:lnTo>
                    <a:pt x="540131" y="590423"/>
                  </a:lnTo>
                  <a:lnTo>
                    <a:pt x="562864" y="592836"/>
                  </a:lnTo>
                  <a:lnTo>
                    <a:pt x="607949" y="602234"/>
                  </a:lnTo>
                  <a:lnTo>
                    <a:pt x="652653" y="617220"/>
                  </a:lnTo>
                  <a:lnTo>
                    <a:pt x="696341" y="637794"/>
                  </a:lnTo>
                  <a:lnTo>
                    <a:pt x="738632" y="663194"/>
                  </a:lnTo>
                  <a:lnTo>
                    <a:pt x="779272" y="693293"/>
                  </a:lnTo>
                  <a:lnTo>
                    <a:pt x="817880" y="727456"/>
                  </a:lnTo>
                  <a:lnTo>
                    <a:pt x="853948" y="765429"/>
                  </a:lnTo>
                  <a:lnTo>
                    <a:pt x="887222" y="806831"/>
                  </a:lnTo>
                  <a:lnTo>
                    <a:pt x="917194" y="851027"/>
                  </a:lnTo>
                  <a:lnTo>
                    <a:pt x="943610" y="897763"/>
                  </a:lnTo>
                  <a:lnTo>
                    <a:pt x="965835" y="946404"/>
                  </a:lnTo>
                  <a:lnTo>
                    <a:pt x="983869" y="996823"/>
                  </a:lnTo>
                  <a:lnTo>
                    <a:pt x="997077" y="1048258"/>
                  </a:lnTo>
                  <a:lnTo>
                    <a:pt x="1001542" y="1072468"/>
                  </a:lnTo>
                  <a:lnTo>
                    <a:pt x="1019635" y="1101542"/>
                  </a:lnTo>
                  <a:lnTo>
                    <a:pt x="1029267" y="1083868"/>
                  </a:lnTo>
                  <a:lnTo>
                    <a:pt x="1027303" y="1069721"/>
                  </a:lnTo>
                  <a:lnTo>
                    <a:pt x="1022350" y="1042416"/>
                  </a:lnTo>
                  <a:lnTo>
                    <a:pt x="1008380" y="988568"/>
                  </a:lnTo>
                  <a:lnTo>
                    <a:pt x="989584" y="936117"/>
                  </a:lnTo>
                  <a:lnTo>
                    <a:pt x="966343" y="885317"/>
                  </a:lnTo>
                  <a:lnTo>
                    <a:pt x="938911" y="836803"/>
                  </a:lnTo>
                  <a:lnTo>
                    <a:pt x="907669" y="790956"/>
                  </a:lnTo>
                  <a:lnTo>
                    <a:pt x="873125" y="748030"/>
                  </a:lnTo>
                  <a:lnTo>
                    <a:pt x="835532" y="708533"/>
                  </a:lnTo>
                  <a:lnTo>
                    <a:pt x="795147" y="672846"/>
                  </a:lnTo>
                  <a:lnTo>
                    <a:pt x="752602" y="641350"/>
                  </a:lnTo>
                  <a:lnTo>
                    <a:pt x="707898" y="614553"/>
                  </a:lnTo>
                  <a:lnTo>
                    <a:pt x="661670" y="592963"/>
                  </a:lnTo>
                  <a:lnTo>
                    <a:pt x="614045" y="576961"/>
                  </a:lnTo>
                  <a:lnTo>
                    <a:pt x="565531" y="567055"/>
                  </a:lnTo>
                  <a:lnTo>
                    <a:pt x="494792" y="562864"/>
                  </a:lnTo>
                  <a:lnTo>
                    <a:pt x="472059" y="560578"/>
                  </a:lnTo>
                  <a:lnTo>
                    <a:pt x="426720" y="551307"/>
                  </a:lnTo>
                  <a:lnTo>
                    <a:pt x="382143" y="536321"/>
                  </a:lnTo>
                  <a:lnTo>
                    <a:pt x="338328" y="515874"/>
                  </a:lnTo>
                  <a:lnTo>
                    <a:pt x="295884" y="490474"/>
                  </a:lnTo>
                  <a:lnTo>
                    <a:pt x="255168" y="460375"/>
                  </a:lnTo>
                  <a:lnTo>
                    <a:pt x="216547" y="426212"/>
                  </a:lnTo>
                  <a:lnTo>
                    <a:pt x="180428" y="388239"/>
                  </a:lnTo>
                  <a:lnTo>
                    <a:pt x="147154" y="346964"/>
                  </a:lnTo>
                  <a:lnTo>
                    <a:pt x="117170" y="302768"/>
                  </a:lnTo>
                  <a:lnTo>
                    <a:pt x="90728" y="256159"/>
                  </a:lnTo>
                  <a:lnTo>
                    <a:pt x="68389" y="207264"/>
                  </a:lnTo>
                  <a:lnTo>
                    <a:pt x="50380" y="157099"/>
                  </a:lnTo>
                  <a:lnTo>
                    <a:pt x="37033" y="105537"/>
                  </a:lnTo>
                  <a:lnTo>
                    <a:pt x="28727" y="53340"/>
                  </a:lnTo>
                  <a:lnTo>
                    <a:pt x="26670" y="27051"/>
                  </a:lnTo>
                  <a:lnTo>
                    <a:pt x="25908"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329" name="Google Shape;329;p11"/>
            <p:cNvSpPr/>
            <p:nvPr/>
          </p:nvSpPr>
          <p:spPr>
            <a:xfrm>
              <a:off x="3092196" y="124967"/>
              <a:ext cx="4742815" cy="4125595"/>
            </a:xfrm>
            <a:custGeom>
              <a:rect b="b" l="l" r="r" t="t"/>
              <a:pathLst>
                <a:path extrusionOk="0" h="4125595" w="4742815">
                  <a:moveTo>
                    <a:pt x="4251325" y="4062603"/>
                  </a:moveTo>
                  <a:lnTo>
                    <a:pt x="4267773" y="4031222"/>
                  </a:lnTo>
                  <a:lnTo>
                    <a:pt x="4282138" y="3991482"/>
                  </a:lnTo>
                  <a:lnTo>
                    <a:pt x="4303099" y="3940123"/>
                  </a:lnTo>
                  <a:lnTo>
                    <a:pt x="4339335" y="3873880"/>
                  </a:lnTo>
                  <a:lnTo>
                    <a:pt x="4348551" y="3858004"/>
                  </a:lnTo>
                  <a:lnTo>
                    <a:pt x="4357338" y="3841829"/>
                  </a:lnTo>
                  <a:lnTo>
                    <a:pt x="4391753" y="3794388"/>
                  </a:lnTo>
                  <a:lnTo>
                    <a:pt x="4423864" y="3763563"/>
                  </a:lnTo>
                  <a:lnTo>
                    <a:pt x="4439920" y="3748151"/>
                  </a:lnTo>
                  <a:lnTo>
                    <a:pt x="4446027" y="3735470"/>
                  </a:lnTo>
                  <a:lnTo>
                    <a:pt x="4452016" y="3722719"/>
                  </a:lnTo>
                  <a:lnTo>
                    <a:pt x="4458243" y="3710110"/>
                  </a:lnTo>
                  <a:lnTo>
                    <a:pt x="4465065" y="3697858"/>
                  </a:lnTo>
                  <a:lnTo>
                    <a:pt x="4477158" y="3678678"/>
                  </a:lnTo>
                  <a:lnTo>
                    <a:pt x="4489799" y="3659854"/>
                  </a:lnTo>
                  <a:lnTo>
                    <a:pt x="4502677" y="3641173"/>
                  </a:lnTo>
                  <a:lnTo>
                    <a:pt x="4515484" y="3622420"/>
                  </a:lnTo>
                  <a:lnTo>
                    <a:pt x="4534201" y="3594129"/>
                  </a:lnTo>
                  <a:lnTo>
                    <a:pt x="4543107" y="3581066"/>
                  </a:lnTo>
                  <a:lnTo>
                    <a:pt x="4553918" y="3566646"/>
                  </a:lnTo>
                  <a:lnTo>
                    <a:pt x="4578350" y="3534282"/>
                  </a:lnTo>
                  <a:lnTo>
                    <a:pt x="4587123" y="3507792"/>
                  </a:lnTo>
                  <a:lnTo>
                    <a:pt x="4590993" y="3495914"/>
                  </a:lnTo>
                  <a:lnTo>
                    <a:pt x="4591485" y="3494538"/>
                  </a:lnTo>
                  <a:lnTo>
                    <a:pt x="4590127" y="3499554"/>
                  </a:lnTo>
                  <a:lnTo>
                    <a:pt x="4588446" y="3506850"/>
                  </a:lnTo>
                  <a:lnTo>
                    <a:pt x="4587969" y="3512319"/>
                  </a:lnTo>
                  <a:lnTo>
                    <a:pt x="4590223" y="3511848"/>
                  </a:lnTo>
                  <a:lnTo>
                    <a:pt x="4596735" y="3501328"/>
                  </a:lnTo>
                  <a:lnTo>
                    <a:pt x="4609032" y="3476648"/>
                  </a:lnTo>
                  <a:lnTo>
                    <a:pt x="4628642" y="3433698"/>
                  </a:lnTo>
                  <a:lnTo>
                    <a:pt x="4642092" y="3401076"/>
                  </a:lnTo>
                  <a:lnTo>
                    <a:pt x="4646304" y="3385746"/>
                  </a:lnTo>
                  <a:lnTo>
                    <a:pt x="4644650" y="3381926"/>
                  </a:lnTo>
                  <a:lnTo>
                    <a:pt x="4640500" y="3383835"/>
                  </a:lnTo>
                  <a:lnTo>
                    <a:pt x="4637225" y="3385690"/>
                  </a:lnTo>
                  <a:lnTo>
                    <a:pt x="4638196" y="3381710"/>
                  </a:lnTo>
                  <a:lnTo>
                    <a:pt x="4666360" y="3333115"/>
                  </a:lnTo>
                  <a:lnTo>
                    <a:pt x="4697317" y="3285616"/>
                  </a:lnTo>
                  <a:lnTo>
                    <a:pt x="4716653" y="3257549"/>
                  </a:lnTo>
                  <a:lnTo>
                    <a:pt x="4727519" y="3225012"/>
                  </a:lnTo>
                  <a:lnTo>
                    <a:pt x="4735196" y="3200931"/>
                  </a:lnTo>
                  <a:lnTo>
                    <a:pt x="4740024" y="3182446"/>
                  </a:lnTo>
                  <a:lnTo>
                    <a:pt x="4742341" y="3166698"/>
                  </a:lnTo>
                  <a:lnTo>
                    <a:pt x="4742484" y="3150825"/>
                  </a:lnTo>
                  <a:lnTo>
                    <a:pt x="4740792" y="3131967"/>
                  </a:lnTo>
                  <a:lnTo>
                    <a:pt x="4737604" y="3107265"/>
                  </a:lnTo>
                  <a:lnTo>
                    <a:pt x="4733257" y="3073858"/>
                  </a:lnTo>
                  <a:lnTo>
                    <a:pt x="4728091" y="3028886"/>
                  </a:lnTo>
                  <a:lnTo>
                    <a:pt x="4722443" y="2969489"/>
                  </a:lnTo>
                  <a:lnTo>
                    <a:pt x="4716653" y="2892805"/>
                  </a:lnTo>
                  <a:lnTo>
                    <a:pt x="4714688" y="2880107"/>
                  </a:lnTo>
                  <a:lnTo>
                    <a:pt x="4711223" y="2867612"/>
                  </a:lnTo>
                  <a:lnTo>
                    <a:pt x="4707330" y="2855140"/>
                  </a:lnTo>
                  <a:lnTo>
                    <a:pt x="4704080" y="2842514"/>
                  </a:lnTo>
                  <a:lnTo>
                    <a:pt x="4700811" y="2823672"/>
                  </a:lnTo>
                  <a:lnTo>
                    <a:pt x="4698031" y="2804747"/>
                  </a:lnTo>
                  <a:lnTo>
                    <a:pt x="4695132" y="2785846"/>
                  </a:lnTo>
                  <a:lnTo>
                    <a:pt x="4691507" y="2767076"/>
                  </a:lnTo>
                  <a:lnTo>
                    <a:pt x="4688756" y="2757521"/>
                  </a:lnTo>
                  <a:lnTo>
                    <a:pt x="4685315" y="2748168"/>
                  </a:lnTo>
                  <a:lnTo>
                    <a:pt x="4681827" y="2738840"/>
                  </a:lnTo>
                  <a:lnTo>
                    <a:pt x="4678933" y="2729356"/>
                  </a:lnTo>
                  <a:lnTo>
                    <a:pt x="4675451" y="2713730"/>
                  </a:lnTo>
                  <a:lnTo>
                    <a:pt x="4672504" y="2697972"/>
                  </a:lnTo>
                  <a:lnTo>
                    <a:pt x="4669629" y="2682190"/>
                  </a:lnTo>
                  <a:lnTo>
                    <a:pt x="4666360" y="2666491"/>
                  </a:lnTo>
                  <a:lnTo>
                    <a:pt x="4654978" y="2615803"/>
                  </a:lnTo>
                  <a:lnTo>
                    <a:pt x="4641214" y="2565780"/>
                  </a:lnTo>
                  <a:lnTo>
                    <a:pt x="4634642" y="2547016"/>
                  </a:lnTo>
                  <a:lnTo>
                    <a:pt x="4631463" y="2537598"/>
                  </a:lnTo>
                  <a:lnTo>
                    <a:pt x="4628642" y="2528061"/>
                  </a:lnTo>
                  <a:lnTo>
                    <a:pt x="4622391" y="2502915"/>
                  </a:lnTo>
                  <a:lnTo>
                    <a:pt x="4616735" y="2477579"/>
                  </a:lnTo>
                  <a:lnTo>
                    <a:pt x="4610746" y="2452338"/>
                  </a:lnTo>
                  <a:lnTo>
                    <a:pt x="4603496" y="2427478"/>
                  </a:lnTo>
                  <a:lnTo>
                    <a:pt x="4600263" y="2418066"/>
                  </a:lnTo>
                  <a:lnTo>
                    <a:pt x="4596971" y="2408666"/>
                  </a:lnTo>
                  <a:lnTo>
                    <a:pt x="4593798" y="2399242"/>
                  </a:lnTo>
                  <a:lnTo>
                    <a:pt x="4590923" y="2389758"/>
                  </a:lnTo>
                  <a:lnTo>
                    <a:pt x="4586100" y="2370899"/>
                  </a:lnTo>
                  <a:lnTo>
                    <a:pt x="4580064" y="2346229"/>
                  </a:lnTo>
                  <a:lnTo>
                    <a:pt x="4573170" y="2321321"/>
                  </a:lnTo>
                  <a:lnTo>
                    <a:pt x="4565777" y="2301747"/>
                  </a:lnTo>
                  <a:lnTo>
                    <a:pt x="4549328" y="2273974"/>
                  </a:lnTo>
                  <a:lnTo>
                    <a:pt x="4538487" y="2261774"/>
                  </a:lnTo>
                  <a:lnTo>
                    <a:pt x="4528718" y="2247526"/>
                  </a:lnTo>
                  <a:lnTo>
                    <a:pt x="4515484" y="2213609"/>
                  </a:lnTo>
                  <a:lnTo>
                    <a:pt x="4509571" y="2188124"/>
                  </a:lnTo>
                  <a:lnTo>
                    <a:pt x="4505896" y="2161841"/>
                  </a:lnTo>
                  <a:lnTo>
                    <a:pt x="4500697" y="2136296"/>
                  </a:lnTo>
                  <a:lnTo>
                    <a:pt x="4490211" y="2113026"/>
                  </a:lnTo>
                  <a:lnTo>
                    <a:pt x="4477192" y="2094434"/>
                  </a:lnTo>
                  <a:lnTo>
                    <a:pt x="4463875" y="2076021"/>
                  </a:lnTo>
                  <a:lnTo>
                    <a:pt x="4451153" y="2057251"/>
                  </a:lnTo>
                  <a:lnTo>
                    <a:pt x="4439920" y="2037587"/>
                  </a:lnTo>
                  <a:lnTo>
                    <a:pt x="4425882" y="2009227"/>
                  </a:lnTo>
                  <a:lnTo>
                    <a:pt x="4410678" y="1979390"/>
                  </a:lnTo>
                  <a:lnTo>
                    <a:pt x="4377055" y="1924430"/>
                  </a:lnTo>
                  <a:lnTo>
                    <a:pt x="4349033" y="1895855"/>
                  </a:lnTo>
                  <a:lnTo>
                    <a:pt x="4339335" y="1886584"/>
                  </a:lnTo>
                  <a:lnTo>
                    <a:pt x="4330167" y="1857830"/>
                  </a:lnTo>
                  <a:lnTo>
                    <a:pt x="4327101" y="1849240"/>
                  </a:lnTo>
                  <a:lnTo>
                    <a:pt x="4323590" y="1847485"/>
                  </a:lnTo>
                  <a:lnTo>
                    <a:pt x="4313086" y="1839231"/>
                  </a:lnTo>
                  <a:lnTo>
                    <a:pt x="4289044" y="1811146"/>
                  </a:lnTo>
                  <a:lnTo>
                    <a:pt x="4275720" y="1792823"/>
                  </a:lnTo>
                  <a:lnTo>
                    <a:pt x="4263231" y="1773904"/>
                  </a:lnTo>
                  <a:lnTo>
                    <a:pt x="4251074" y="1754747"/>
                  </a:lnTo>
                  <a:lnTo>
                    <a:pt x="4238752" y="1735708"/>
                  </a:lnTo>
                  <a:lnTo>
                    <a:pt x="4232786" y="1726011"/>
                  </a:lnTo>
                  <a:lnTo>
                    <a:pt x="4227036" y="1716135"/>
                  </a:lnTo>
                  <a:lnTo>
                    <a:pt x="4220856" y="1706616"/>
                  </a:lnTo>
                  <a:lnTo>
                    <a:pt x="4213606" y="1697989"/>
                  </a:lnTo>
                  <a:lnTo>
                    <a:pt x="4190708" y="1676719"/>
                  </a:lnTo>
                  <a:lnTo>
                    <a:pt x="4167203" y="1655937"/>
                  </a:lnTo>
                  <a:lnTo>
                    <a:pt x="4144865" y="1634178"/>
                  </a:lnTo>
                  <a:lnTo>
                    <a:pt x="4104405" y="1578279"/>
                  </a:lnTo>
                  <a:lnTo>
                    <a:pt x="4078102" y="1538338"/>
                  </a:lnTo>
                  <a:lnTo>
                    <a:pt x="4026993" y="1492708"/>
                  </a:lnTo>
                  <a:lnTo>
                    <a:pt x="3999737" y="1458976"/>
                  </a:lnTo>
                  <a:lnTo>
                    <a:pt x="3975401" y="1426829"/>
                  </a:lnTo>
                  <a:lnTo>
                    <a:pt x="3962929" y="1411023"/>
                  </a:lnTo>
                  <a:lnTo>
                    <a:pt x="3949446" y="1396110"/>
                  </a:lnTo>
                  <a:lnTo>
                    <a:pt x="3940677" y="1389038"/>
                  </a:lnTo>
                  <a:lnTo>
                    <a:pt x="3930919" y="1383156"/>
                  </a:lnTo>
                  <a:lnTo>
                    <a:pt x="3920996" y="1377465"/>
                  </a:lnTo>
                  <a:lnTo>
                    <a:pt x="3911727" y="1370964"/>
                  </a:lnTo>
                  <a:lnTo>
                    <a:pt x="3882848" y="1343211"/>
                  </a:lnTo>
                  <a:lnTo>
                    <a:pt x="3856005" y="1307147"/>
                  </a:lnTo>
                  <a:lnTo>
                    <a:pt x="3847004" y="1294205"/>
                  </a:lnTo>
                  <a:lnTo>
                    <a:pt x="3836288" y="1282953"/>
                  </a:lnTo>
                  <a:lnTo>
                    <a:pt x="3827803" y="1277989"/>
                  </a:lnTo>
                  <a:lnTo>
                    <a:pt x="3818223" y="1275048"/>
                  </a:lnTo>
                  <a:lnTo>
                    <a:pt x="3808214" y="1272917"/>
                  </a:lnTo>
                  <a:lnTo>
                    <a:pt x="3798443" y="1270380"/>
                  </a:lnTo>
                  <a:lnTo>
                    <a:pt x="3789227" y="1260719"/>
                  </a:lnTo>
                  <a:lnTo>
                    <a:pt x="3780154" y="1250902"/>
                  </a:lnTo>
                  <a:lnTo>
                    <a:pt x="3770796" y="1241395"/>
                  </a:lnTo>
                  <a:lnTo>
                    <a:pt x="3738864" y="1216908"/>
                  </a:lnTo>
                  <a:lnTo>
                    <a:pt x="3693715" y="1187495"/>
                  </a:lnTo>
                  <a:lnTo>
                    <a:pt x="3685285" y="1182242"/>
                  </a:lnTo>
                  <a:lnTo>
                    <a:pt x="3670123" y="1159079"/>
                  </a:lnTo>
                  <a:lnTo>
                    <a:pt x="3644084" y="1126182"/>
                  </a:lnTo>
                  <a:lnTo>
                    <a:pt x="3613187" y="1100214"/>
                  </a:lnTo>
                  <a:lnTo>
                    <a:pt x="3603418" y="1094374"/>
                  </a:lnTo>
                  <a:lnTo>
                    <a:pt x="3593720" y="1088463"/>
                  </a:lnTo>
                  <a:lnTo>
                    <a:pt x="3584702" y="1081658"/>
                  </a:lnTo>
                  <a:lnTo>
                    <a:pt x="3565824" y="1062674"/>
                  </a:lnTo>
                  <a:lnTo>
                    <a:pt x="3548078" y="1042463"/>
                  </a:lnTo>
                  <a:lnTo>
                    <a:pt x="3529784" y="1022990"/>
                  </a:lnTo>
                  <a:lnTo>
                    <a:pt x="3509263" y="1006220"/>
                  </a:lnTo>
                  <a:lnTo>
                    <a:pt x="3433699" y="955928"/>
                  </a:lnTo>
                  <a:lnTo>
                    <a:pt x="3395979" y="930782"/>
                  </a:lnTo>
                  <a:lnTo>
                    <a:pt x="3390014" y="921085"/>
                  </a:lnTo>
                  <a:lnTo>
                    <a:pt x="3384264" y="911209"/>
                  </a:lnTo>
                  <a:lnTo>
                    <a:pt x="3378084" y="901690"/>
                  </a:lnTo>
                  <a:lnTo>
                    <a:pt x="3370833" y="893063"/>
                  </a:lnTo>
                  <a:lnTo>
                    <a:pt x="3343973" y="869130"/>
                  </a:lnTo>
                  <a:lnTo>
                    <a:pt x="3325876" y="857996"/>
                  </a:lnTo>
                  <a:lnTo>
                    <a:pt x="3308254" y="848647"/>
                  </a:lnTo>
                  <a:lnTo>
                    <a:pt x="3282823" y="830071"/>
                  </a:lnTo>
                  <a:lnTo>
                    <a:pt x="3253837" y="803247"/>
                  </a:lnTo>
                  <a:lnTo>
                    <a:pt x="3246389" y="793591"/>
                  </a:lnTo>
                  <a:lnTo>
                    <a:pt x="3238299" y="789602"/>
                  </a:lnTo>
                  <a:lnTo>
                    <a:pt x="3207385" y="779779"/>
                  </a:lnTo>
                  <a:lnTo>
                    <a:pt x="3198191" y="750516"/>
                  </a:lnTo>
                  <a:lnTo>
                    <a:pt x="3195434" y="742326"/>
                  </a:lnTo>
                  <a:lnTo>
                    <a:pt x="3156966" y="716914"/>
                  </a:lnTo>
                  <a:lnTo>
                    <a:pt x="3138154" y="691768"/>
                  </a:lnTo>
                  <a:lnTo>
                    <a:pt x="3129337" y="678660"/>
                  </a:lnTo>
                  <a:lnTo>
                    <a:pt x="3119247" y="666622"/>
                  </a:lnTo>
                  <a:lnTo>
                    <a:pt x="3107388" y="656407"/>
                  </a:lnTo>
                  <a:lnTo>
                    <a:pt x="3094482" y="647382"/>
                  </a:lnTo>
                  <a:lnTo>
                    <a:pt x="3081385" y="638548"/>
                  </a:lnTo>
                  <a:lnTo>
                    <a:pt x="3068955" y="628903"/>
                  </a:lnTo>
                  <a:lnTo>
                    <a:pt x="3056203" y="616527"/>
                  </a:lnTo>
                  <a:lnTo>
                    <a:pt x="3044094" y="603424"/>
                  </a:lnTo>
                  <a:lnTo>
                    <a:pt x="3031843" y="590488"/>
                  </a:lnTo>
                  <a:lnTo>
                    <a:pt x="3018663" y="578611"/>
                  </a:lnTo>
                  <a:lnTo>
                    <a:pt x="3000446" y="565128"/>
                  </a:lnTo>
                  <a:lnTo>
                    <a:pt x="2981515" y="552656"/>
                  </a:lnTo>
                  <a:lnTo>
                    <a:pt x="2962298" y="540589"/>
                  </a:lnTo>
                  <a:lnTo>
                    <a:pt x="2943225" y="528319"/>
                  </a:lnTo>
                  <a:lnTo>
                    <a:pt x="2934045" y="521513"/>
                  </a:lnTo>
                  <a:lnTo>
                    <a:pt x="2925032" y="514350"/>
                  </a:lnTo>
                  <a:lnTo>
                    <a:pt x="2915685" y="507853"/>
                  </a:lnTo>
                  <a:lnTo>
                    <a:pt x="2875125" y="492706"/>
                  </a:lnTo>
                  <a:lnTo>
                    <a:pt x="2811458" y="472596"/>
                  </a:lnTo>
                  <a:lnTo>
                    <a:pt x="2757753" y="461756"/>
                  </a:lnTo>
                  <a:lnTo>
                    <a:pt x="2713676" y="455755"/>
                  </a:lnTo>
                  <a:lnTo>
                    <a:pt x="2691638" y="452754"/>
                  </a:lnTo>
                  <a:lnTo>
                    <a:pt x="2540762" y="402462"/>
                  </a:lnTo>
                  <a:lnTo>
                    <a:pt x="2531100" y="399766"/>
                  </a:lnTo>
                  <a:lnTo>
                    <a:pt x="2521283" y="397367"/>
                  </a:lnTo>
                  <a:lnTo>
                    <a:pt x="2511776" y="394372"/>
                  </a:lnTo>
                  <a:lnTo>
                    <a:pt x="2503043" y="389889"/>
                  </a:lnTo>
                  <a:lnTo>
                    <a:pt x="2458142" y="358850"/>
                  </a:lnTo>
                  <a:lnTo>
                    <a:pt x="2438828" y="345122"/>
                  </a:lnTo>
                  <a:lnTo>
                    <a:pt x="2423300" y="338062"/>
                  </a:lnTo>
                  <a:lnTo>
                    <a:pt x="2389759" y="327024"/>
                  </a:lnTo>
                  <a:lnTo>
                    <a:pt x="2380650" y="317220"/>
                  </a:lnTo>
                  <a:lnTo>
                    <a:pt x="2371756" y="307165"/>
                  </a:lnTo>
                  <a:lnTo>
                    <a:pt x="2362434" y="297610"/>
                  </a:lnTo>
                  <a:lnTo>
                    <a:pt x="2352040" y="289305"/>
                  </a:lnTo>
                  <a:lnTo>
                    <a:pt x="2343199" y="284966"/>
                  </a:lnTo>
                  <a:lnTo>
                    <a:pt x="2333609" y="282209"/>
                  </a:lnTo>
                  <a:lnTo>
                    <a:pt x="2323804" y="279858"/>
                  </a:lnTo>
                  <a:lnTo>
                    <a:pt x="2314321" y="276732"/>
                  </a:lnTo>
                  <a:lnTo>
                    <a:pt x="2269124" y="254444"/>
                  </a:lnTo>
                  <a:lnTo>
                    <a:pt x="2226310" y="226440"/>
                  </a:lnTo>
                  <a:lnTo>
                    <a:pt x="2198288" y="197776"/>
                  </a:lnTo>
                  <a:lnTo>
                    <a:pt x="2188591" y="188722"/>
                  </a:lnTo>
                  <a:lnTo>
                    <a:pt x="2179391" y="182022"/>
                  </a:lnTo>
                  <a:lnTo>
                    <a:pt x="2169668" y="176085"/>
                  </a:lnTo>
                  <a:lnTo>
                    <a:pt x="2159944" y="170148"/>
                  </a:lnTo>
                  <a:lnTo>
                    <a:pt x="2150745" y="163449"/>
                  </a:lnTo>
                  <a:lnTo>
                    <a:pt x="2141315" y="154001"/>
                  </a:lnTo>
                  <a:lnTo>
                    <a:pt x="2132647" y="143589"/>
                  </a:lnTo>
                  <a:lnTo>
                    <a:pt x="2123598" y="133677"/>
                  </a:lnTo>
                  <a:lnTo>
                    <a:pt x="2113026" y="125729"/>
                  </a:lnTo>
                  <a:lnTo>
                    <a:pt x="2094595" y="118461"/>
                  </a:lnTo>
                  <a:lnTo>
                    <a:pt x="2074926" y="113871"/>
                  </a:lnTo>
                  <a:lnTo>
                    <a:pt x="2055447" y="108924"/>
                  </a:lnTo>
                  <a:lnTo>
                    <a:pt x="2037588" y="100583"/>
                  </a:lnTo>
                  <a:lnTo>
                    <a:pt x="2028336" y="93993"/>
                  </a:lnTo>
                  <a:lnTo>
                    <a:pt x="2019204" y="87201"/>
                  </a:lnTo>
                  <a:lnTo>
                    <a:pt x="2009834" y="80813"/>
                  </a:lnTo>
                  <a:lnTo>
                    <a:pt x="1999869" y="75437"/>
                  </a:lnTo>
                  <a:lnTo>
                    <a:pt x="1980938" y="69026"/>
                  </a:lnTo>
                  <a:lnTo>
                    <a:pt x="1961292" y="64341"/>
                  </a:lnTo>
                  <a:lnTo>
                    <a:pt x="1942076" y="58918"/>
                  </a:lnTo>
                  <a:lnTo>
                    <a:pt x="1924431" y="50291"/>
                  </a:lnTo>
                  <a:lnTo>
                    <a:pt x="1915126" y="43773"/>
                  </a:lnTo>
                  <a:lnTo>
                    <a:pt x="1905904" y="37099"/>
                  </a:lnTo>
                  <a:lnTo>
                    <a:pt x="1896516" y="30735"/>
                  </a:lnTo>
                  <a:lnTo>
                    <a:pt x="1856777" y="14466"/>
                  </a:lnTo>
                  <a:lnTo>
                    <a:pt x="1789289" y="3393"/>
                  </a:lnTo>
                  <a:lnTo>
                    <a:pt x="1760855" y="0"/>
                  </a:lnTo>
                  <a:lnTo>
                    <a:pt x="1270381" y="12573"/>
                  </a:lnTo>
                  <a:lnTo>
                    <a:pt x="1220048" y="13618"/>
                  </a:lnTo>
                  <a:lnTo>
                    <a:pt x="1169707" y="14395"/>
                  </a:lnTo>
                  <a:lnTo>
                    <a:pt x="1119362" y="14998"/>
                  </a:lnTo>
                  <a:lnTo>
                    <a:pt x="1069016" y="15525"/>
                  </a:lnTo>
                  <a:lnTo>
                    <a:pt x="1018673" y="16072"/>
                  </a:lnTo>
                  <a:lnTo>
                    <a:pt x="968338" y="16734"/>
                  </a:lnTo>
                  <a:lnTo>
                    <a:pt x="918015" y="17608"/>
                  </a:lnTo>
                  <a:lnTo>
                    <a:pt x="867706" y="18790"/>
                  </a:lnTo>
                  <a:lnTo>
                    <a:pt x="817418" y="20376"/>
                  </a:lnTo>
                  <a:lnTo>
                    <a:pt x="767152" y="22462"/>
                  </a:lnTo>
                  <a:lnTo>
                    <a:pt x="716915" y="25146"/>
                  </a:lnTo>
                  <a:lnTo>
                    <a:pt x="679195" y="37433"/>
                  </a:lnTo>
                  <a:lnTo>
                    <a:pt x="660693" y="45577"/>
                  </a:lnTo>
                  <a:lnTo>
                    <a:pt x="641477" y="50291"/>
                  </a:lnTo>
                  <a:lnTo>
                    <a:pt x="503174" y="62864"/>
                  </a:lnTo>
                  <a:lnTo>
                    <a:pt x="484741" y="76455"/>
                  </a:lnTo>
                  <a:lnTo>
                    <a:pt x="466677" y="90725"/>
                  </a:lnTo>
                  <a:lnTo>
                    <a:pt x="447970" y="103637"/>
                  </a:lnTo>
                  <a:lnTo>
                    <a:pt x="390010" y="125856"/>
                  </a:lnTo>
                  <a:lnTo>
                    <a:pt x="346818" y="139812"/>
                  </a:lnTo>
                  <a:lnTo>
                    <a:pt x="297495" y="144794"/>
                  </a:lnTo>
                  <a:lnTo>
                    <a:pt x="267964" y="145574"/>
                  </a:lnTo>
                  <a:lnTo>
                    <a:pt x="224717" y="147320"/>
                  </a:lnTo>
                  <a:lnTo>
                    <a:pt x="163449" y="150875"/>
                  </a:lnTo>
                  <a:lnTo>
                    <a:pt x="150716" y="188767"/>
                  </a:lnTo>
                  <a:lnTo>
                    <a:pt x="143147" y="210804"/>
                  </a:lnTo>
                  <a:lnTo>
                    <a:pt x="139445" y="221520"/>
                  </a:lnTo>
                  <a:lnTo>
                    <a:pt x="138312" y="225448"/>
                  </a:lnTo>
                  <a:lnTo>
                    <a:pt x="138448" y="227118"/>
                  </a:lnTo>
                  <a:lnTo>
                    <a:pt x="138556" y="231064"/>
                  </a:lnTo>
                  <a:lnTo>
                    <a:pt x="137338" y="241818"/>
                  </a:lnTo>
                  <a:lnTo>
                    <a:pt x="133495" y="263912"/>
                  </a:lnTo>
                  <a:lnTo>
                    <a:pt x="125730" y="301878"/>
                  </a:lnTo>
                  <a:lnTo>
                    <a:pt x="121443" y="327810"/>
                  </a:lnTo>
                  <a:lnTo>
                    <a:pt x="117633" y="354075"/>
                  </a:lnTo>
                  <a:lnTo>
                    <a:pt x="111585" y="379388"/>
                  </a:lnTo>
                  <a:lnTo>
                    <a:pt x="100584" y="402462"/>
                  </a:lnTo>
                  <a:lnTo>
                    <a:pt x="50292" y="477900"/>
                  </a:lnTo>
                  <a:lnTo>
                    <a:pt x="47291" y="487404"/>
                  </a:lnTo>
                  <a:lnTo>
                    <a:pt x="31611" y="528355"/>
                  </a:lnTo>
                  <a:lnTo>
                    <a:pt x="24860" y="540702"/>
                  </a:lnTo>
                  <a:lnTo>
                    <a:pt x="18252" y="553144"/>
                  </a:lnTo>
                  <a:lnTo>
                    <a:pt x="12573" y="566038"/>
                  </a:lnTo>
                  <a:lnTo>
                    <a:pt x="8626" y="578344"/>
                  </a:lnTo>
                  <a:lnTo>
                    <a:pt x="5572" y="590946"/>
                  </a:lnTo>
                  <a:lnTo>
                    <a:pt x="2875" y="603668"/>
                  </a:lnTo>
                  <a:lnTo>
                    <a:pt x="0" y="616330"/>
                  </a:lnTo>
                  <a:lnTo>
                    <a:pt x="13001" y="693721"/>
                  </a:lnTo>
                  <a:lnTo>
                    <a:pt x="24306" y="740364"/>
                  </a:lnTo>
                  <a:lnTo>
                    <a:pt x="50256" y="776690"/>
                  </a:lnTo>
                  <a:lnTo>
                    <a:pt x="62769" y="786209"/>
                  </a:lnTo>
                  <a:lnTo>
                    <a:pt x="75330" y="795656"/>
                  </a:lnTo>
                  <a:lnTo>
                    <a:pt x="88011" y="804926"/>
                  </a:lnTo>
                  <a:lnTo>
                    <a:pt x="97476" y="811248"/>
                  </a:lnTo>
                  <a:lnTo>
                    <a:pt x="107156" y="817213"/>
                  </a:lnTo>
                  <a:lnTo>
                    <a:pt x="116693" y="823321"/>
                  </a:lnTo>
                  <a:lnTo>
                    <a:pt x="125730" y="830071"/>
                  </a:lnTo>
                  <a:lnTo>
                    <a:pt x="154717" y="856970"/>
                  </a:lnTo>
                  <a:lnTo>
                    <a:pt x="162179" y="866663"/>
                  </a:lnTo>
                  <a:lnTo>
                    <a:pt x="170306" y="870666"/>
                  </a:lnTo>
                  <a:lnTo>
                    <a:pt x="201294" y="880490"/>
                  </a:lnTo>
                  <a:lnTo>
                    <a:pt x="225815" y="905315"/>
                  </a:lnTo>
                  <a:lnTo>
                    <a:pt x="253920" y="931830"/>
                  </a:lnTo>
                  <a:lnTo>
                    <a:pt x="284001" y="954678"/>
                  </a:lnTo>
                  <a:lnTo>
                    <a:pt x="314452" y="968501"/>
                  </a:lnTo>
                  <a:lnTo>
                    <a:pt x="364744" y="981074"/>
                  </a:lnTo>
                  <a:lnTo>
                    <a:pt x="383103" y="994665"/>
                  </a:lnTo>
                  <a:lnTo>
                    <a:pt x="419822" y="1021847"/>
                  </a:lnTo>
                  <a:lnTo>
                    <a:pt x="459422" y="1036796"/>
                  </a:lnTo>
                  <a:lnTo>
                    <a:pt x="468899" y="1039832"/>
                  </a:lnTo>
                  <a:lnTo>
                    <a:pt x="477901" y="1043939"/>
                  </a:lnTo>
                  <a:lnTo>
                    <a:pt x="496869" y="1056673"/>
                  </a:lnTo>
                  <a:lnTo>
                    <a:pt x="514873" y="1071038"/>
                  </a:lnTo>
                  <a:lnTo>
                    <a:pt x="533282" y="1084427"/>
                  </a:lnTo>
                  <a:lnTo>
                    <a:pt x="553466" y="1094231"/>
                  </a:lnTo>
                  <a:lnTo>
                    <a:pt x="562860" y="1097464"/>
                  </a:lnTo>
                  <a:lnTo>
                    <a:pt x="572230" y="1100756"/>
                  </a:lnTo>
                  <a:lnTo>
                    <a:pt x="581648" y="1103929"/>
                  </a:lnTo>
                  <a:lnTo>
                    <a:pt x="591184" y="1106804"/>
                  </a:lnTo>
                  <a:lnTo>
                    <a:pt x="603757" y="1110037"/>
                  </a:lnTo>
                  <a:lnTo>
                    <a:pt x="616426" y="1112853"/>
                  </a:lnTo>
                  <a:lnTo>
                    <a:pt x="629046" y="1115788"/>
                  </a:lnTo>
                  <a:lnTo>
                    <a:pt x="641477" y="1119377"/>
                  </a:lnTo>
                  <a:lnTo>
                    <a:pt x="657389" y="1125200"/>
                  </a:lnTo>
                  <a:lnTo>
                    <a:pt x="673052" y="1131665"/>
                  </a:lnTo>
                  <a:lnTo>
                    <a:pt x="688643" y="1138273"/>
                  </a:lnTo>
                  <a:lnTo>
                    <a:pt x="704342" y="1144523"/>
                  </a:lnTo>
                  <a:lnTo>
                    <a:pt x="742061" y="1157096"/>
                  </a:lnTo>
                  <a:lnTo>
                    <a:pt x="817467" y="1164336"/>
                  </a:lnTo>
                  <a:lnTo>
                    <a:pt x="855289" y="1166883"/>
                  </a:lnTo>
                  <a:lnTo>
                    <a:pt x="893064" y="1169669"/>
                  </a:lnTo>
                  <a:lnTo>
                    <a:pt x="933173" y="1183330"/>
                  </a:lnTo>
                  <a:lnTo>
                    <a:pt x="956041" y="1191194"/>
                  </a:lnTo>
                  <a:lnTo>
                    <a:pt x="970740" y="1195403"/>
                  </a:lnTo>
                  <a:lnTo>
                    <a:pt x="986338" y="1198099"/>
                  </a:lnTo>
                  <a:lnTo>
                    <a:pt x="1011906" y="1201422"/>
                  </a:lnTo>
                  <a:lnTo>
                    <a:pt x="1056513" y="1207515"/>
                  </a:lnTo>
                  <a:lnTo>
                    <a:pt x="1065924" y="1210748"/>
                  </a:lnTo>
                  <a:lnTo>
                    <a:pt x="1075324" y="1214040"/>
                  </a:lnTo>
                  <a:lnTo>
                    <a:pt x="1084748" y="1217213"/>
                  </a:lnTo>
                  <a:lnTo>
                    <a:pt x="1144668" y="1233501"/>
                  </a:lnTo>
                  <a:lnTo>
                    <a:pt x="1213014" y="1248896"/>
                  </a:lnTo>
                  <a:lnTo>
                    <a:pt x="1257808" y="1257807"/>
                  </a:lnTo>
                  <a:lnTo>
                    <a:pt x="1270238" y="1264433"/>
                  </a:lnTo>
                  <a:lnTo>
                    <a:pt x="1308100" y="1282953"/>
                  </a:lnTo>
                  <a:lnTo>
                    <a:pt x="1358392" y="1295526"/>
                  </a:lnTo>
                  <a:lnTo>
                    <a:pt x="1383752" y="1301099"/>
                  </a:lnTo>
                  <a:lnTo>
                    <a:pt x="1408683" y="1308099"/>
                  </a:lnTo>
                  <a:lnTo>
                    <a:pt x="1418220" y="1310993"/>
                  </a:lnTo>
                  <a:lnTo>
                    <a:pt x="1427829" y="1313719"/>
                  </a:lnTo>
                  <a:lnTo>
                    <a:pt x="1465310" y="1333245"/>
                  </a:lnTo>
                  <a:lnTo>
                    <a:pt x="1474460" y="1339996"/>
                  </a:lnTo>
                  <a:lnTo>
                    <a:pt x="1484121" y="1345818"/>
                  </a:lnTo>
                  <a:lnTo>
                    <a:pt x="1503233" y="1352980"/>
                  </a:lnTo>
                  <a:lnTo>
                    <a:pt x="1528905" y="1360249"/>
                  </a:lnTo>
                  <a:lnTo>
                    <a:pt x="1554220" y="1366589"/>
                  </a:lnTo>
                  <a:lnTo>
                    <a:pt x="1572259" y="1370964"/>
                  </a:lnTo>
                  <a:lnTo>
                    <a:pt x="1581511" y="1377572"/>
                  </a:lnTo>
                  <a:lnTo>
                    <a:pt x="1631999" y="1404594"/>
                  </a:lnTo>
                  <a:lnTo>
                    <a:pt x="1677040" y="1418845"/>
                  </a:lnTo>
                  <a:lnTo>
                    <a:pt x="1685417" y="1421256"/>
                  </a:lnTo>
                  <a:lnTo>
                    <a:pt x="1694578" y="1431008"/>
                  </a:lnTo>
                  <a:lnTo>
                    <a:pt x="1723136" y="1458976"/>
                  </a:lnTo>
                  <a:lnTo>
                    <a:pt x="1760855" y="1477817"/>
                  </a:lnTo>
                  <a:lnTo>
                    <a:pt x="1773428" y="1484121"/>
                  </a:lnTo>
                  <a:lnTo>
                    <a:pt x="1783125" y="1490033"/>
                  </a:lnTo>
                  <a:lnTo>
                    <a:pt x="1792525" y="1496361"/>
                  </a:lnTo>
                  <a:lnTo>
                    <a:pt x="1801806" y="1502856"/>
                  </a:lnTo>
                  <a:lnTo>
                    <a:pt x="1811146" y="1509267"/>
                  </a:lnTo>
                  <a:lnTo>
                    <a:pt x="1829699" y="1537446"/>
                  </a:lnTo>
                  <a:lnTo>
                    <a:pt x="1837527" y="1549792"/>
                  </a:lnTo>
                  <a:lnTo>
                    <a:pt x="1838467" y="1551322"/>
                  </a:lnTo>
                  <a:lnTo>
                    <a:pt x="1836356" y="1547050"/>
                  </a:lnTo>
                  <a:lnTo>
                    <a:pt x="1835031" y="1541992"/>
                  </a:lnTo>
                  <a:lnTo>
                    <a:pt x="1838328" y="1541164"/>
                  </a:lnTo>
                  <a:lnTo>
                    <a:pt x="1850085" y="1549582"/>
                  </a:lnTo>
                  <a:lnTo>
                    <a:pt x="1874139" y="1572259"/>
                  </a:lnTo>
                  <a:lnTo>
                    <a:pt x="1881068" y="1581153"/>
                  </a:lnTo>
                  <a:lnTo>
                    <a:pt x="1886711" y="1591119"/>
                  </a:lnTo>
                  <a:lnTo>
                    <a:pt x="1892355" y="1601085"/>
                  </a:lnTo>
                  <a:lnTo>
                    <a:pt x="1899284" y="1609978"/>
                  </a:lnTo>
                  <a:lnTo>
                    <a:pt x="1907946" y="1617176"/>
                  </a:lnTo>
                  <a:lnTo>
                    <a:pt x="1917525" y="1623266"/>
                  </a:lnTo>
                  <a:lnTo>
                    <a:pt x="1927413" y="1628999"/>
                  </a:lnTo>
                  <a:lnTo>
                    <a:pt x="1937004" y="1635124"/>
                  </a:lnTo>
                  <a:lnTo>
                    <a:pt x="1949684" y="1644394"/>
                  </a:lnTo>
                  <a:lnTo>
                    <a:pt x="1962245" y="1653841"/>
                  </a:lnTo>
                  <a:lnTo>
                    <a:pt x="1974758" y="1663360"/>
                  </a:lnTo>
                  <a:lnTo>
                    <a:pt x="1987295" y="1672843"/>
                  </a:lnTo>
                  <a:lnTo>
                    <a:pt x="2005811" y="1700985"/>
                  </a:lnTo>
                  <a:lnTo>
                    <a:pt x="2013620" y="1713313"/>
                  </a:lnTo>
                  <a:lnTo>
                    <a:pt x="2014553" y="1714835"/>
                  </a:lnTo>
                  <a:lnTo>
                    <a:pt x="2012442" y="1710563"/>
                  </a:lnTo>
                  <a:lnTo>
                    <a:pt x="2011115" y="1705504"/>
                  </a:lnTo>
                  <a:lnTo>
                    <a:pt x="2014406" y="1704669"/>
                  </a:lnTo>
                  <a:lnTo>
                    <a:pt x="2026144" y="1713067"/>
                  </a:lnTo>
                  <a:lnTo>
                    <a:pt x="2050161" y="1735708"/>
                  </a:lnTo>
                  <a:lnTo>
                    <a:pt x="2072802" y="1759725"/>
                  </a:lnTo>
                  <a:lnTo>
                    <a:pt x="2081200" y="1771463"/>
                  </a:lnTo>
                  <a:lnTo>
                    <a:pt x="2080365" y="1774754"/>
                  </a:lnTo>
                  <a:lnTo>
                    <a:pt x="2075307" y="1773427"/>
                  </a:lnTo>
                  <a:lnTo>
                    <a:pt x="2071034" y="1771316"/>
                  </a:lnTo>
                  <a:lnTo>
                    <a:pt x="2072556" y="1772249"/>
                  </a:lnTo>
                  <a:lnTo>
                    <a:pt x="2084884" y="1780058"/>
                  </a:lnTo>
                  <a:lnTo>
                    <a:pt x="2113026" y="1798573"/>
                  </a:lnTo>
                  <a:lnTo>
                    <a:pt x="2122241" y="1811325"/>
                  </a:lnTo>
                  <a:lnTo>
                    <a:pt x="2131314" y="1824196"/>
                  </a:lnTo>
                  <a:lnTo>
                    <a:pt x="2140672" y="1836828"/>
                  </a:lnTo>
                  <a:lnTo>
                    <a:pt x="2150745" y="1848865"/>
                  </a:lnTo>
                  <a:lnTo>
                    <a:pt x="2173053" y="1870745"/>
                  </a:lnTo>
                  <a:lnTo>
                    <a:pt x="2196623" y="1891506"/>
                  </a:lnTo>
                  <a:lnTo>
                    <a:pt x="2219289" y="1912981"/>
                  </a:lnTo>
                  <a:lnTo>
                    <a:pt x="2238883" y="1937003"/>
                  </a:lnTo>
                  <a:lnTo>
                    <a:pt x="2253992" y="1960185"/>
                  </a:lnTo>
                  <a:lnTo>
                    <a:pt x="2265934" y="1977294"/>
                  </a:lnTo>
                  <a:lnTo>
                    <a:pt x="2280066" y="1993118"/>
                  </a:lnTo>
                  <a:lnTo>
                    <a:pt x="2301748" y="2012441"/>
                  </a:lnTo>
                  <a:lnTo>
                    <a:pt x="2310892" y="2019085"/>
                  </a:lnTo>
                  <a:lnTo>
                    <a:pt x="2320607" y="2025014"/>
                  </a:lnTo>
                  <a:lnTo>
                    <a:pt x="2330322" y="2030944"/>
                  </a:lnTo>
                  <a:lnTo>
                    <a:pt x="2339467" y="2037587"/>
                  </a:lnTo>
                  <a:lnTo>
                    <a:pt x="2349271" y="2046642"/>
                  </a:lnTo>
                  <a:lnTo>
                    <a:pt x="2358469" y="2056304"/>
                  </a:lnTo>
                  <a:lnTo>
                    <a:pt x="2367595" y="2066037"/>
                  </a:lnTo>
                  <a:lnTo>
                    <a:pt x="2377186" y="2075306"/>
                  </a:lnTo>
                  <a:lnTo>
                    <a:pt x="2395938" y="2091166"/>
                  </a:lnTo>
                  <a:lnTo>
                    <a:pt x="2415095" y="2106548"/>
                  </a:lnTo>
                  <a:lnTo>
                    <a:pt x="2434157" y="2122027"/>
                  </a:lnTo>
                  <a:lnTo>
                    <a:pt x="2452624" y="2138171"/>
                  </a:lnTo>
                  <a:lnTo>
                    <a:pt x="2474396" y="2160585"/>
                  </a:lnTo>
                  <a:lnTo>
                    <a:pt x="2495169" y="2184130"/>
                  </a:lnTo>
                  <a:lnTo>
                    <a:pt x="2516703" y="2206698"/>
                  </a:lnTo>
                  <a:lnTo>
                    <a:pt x="2540762" y="2226182"/>
                  </a:lnTo>
                  <a:lnTo>
                    <a:pt x="2567872" y="2243990"/>
                  </a:lnTo>
                  <a:lnTo>
                    <a:pt x="2580005" y="2252630"/>
                  </a:lnTo>
                  <a:lnTo>
                    <a:pt x="2616200" y="2289174"/>
                  </a:lnTo>
                  <a:lnTo>
                    <a:pt x="2625220" y="2326458"/>
                  </a:lnTo>
                  <a:lnTo>
                    <a:pt x="2666492" y="2364612"/>
                  </a:lnTo>
                  <a:lnTo>
                    <a:pt x="2678398" y="2402808"/>
                  </a:lnTo>
                  <a:lnTo>
                    <a:pt x="2682994" y="2422477"/>
                  </a:lnTo>
                  <a:lnTo>
                    <a:pt x="2691638" y="2440051"/>
                  </a:lnTo>
                  <a:lnTo>
                    <a:pt x="2701121" y="2452588"/>
                  </a:lnTo>
                  <a:lnTo>
                    <a:pt x="2710640" y="2465101"/>
                  </a:lnTo>
                  <a:lnTo>
                    <a:pt x="2720087" y="2477662"/>
                  </a:lnTo>
                  <a:lnTo>
                    <a:pt x="2729357" y="2490342"/>
                  </a:lnTo>
                  <a:lnTo>
                    <a:pt x="2735625" y="2499808"/>
                  </a:lnTo>
                  <a:lnTo>
                    <a:pt x="2741596" y="2509488"/>
                  </a:lnTo>
                  <a:lnTo>
                    <a:pt x="2747734" y="2519025"/>
                  </a:lnTo>
                  <a:lnTo>
                    <a:pt x="2754503" y="2528061"/>
                  </a:lnTo>
                  <a:lnTo>
                    <a:pt x="2778005" y="2553209"/>
                  </a:lnTo>
                  <a:lnTo>
                    <a:pt x="2794793" y="2568082"/>
                  </a:lnTo>
                  <a:lnTo>
                    <a:pt x="2810295" y="2584979"/>
                  </a:lnTo>
                  <a:lnTo>
                    <a:pt x="2829941" y="2616199"/>
                  </a:lnTo>
                  <a:lnTo>
                    <a:pt x="2837247" y="2631416"/>
                  </a:lnTo>
                  <a:lnTo>
                    <a:pt x="2843244" y="2647251"/>
                  </a:lnTo>
                  <a:lnTo>
                    <a:pt x="2848907" y="2663277"/>
                  </a:lnTo>
                  <a:lnTo>
                    <a:pt x="2855214" y="2679065"/>
                  </a:lnTo>
                  <a:lnTo>
                    <a:pt x="2861304" y="2691727"/>
                  </a:lnTo>
                  <a:lnTo>
                    <a:pt x="2867834" y="2704163"/>
                  </a:lnTo>
                  <a:lnTo>
                    <a:pt x="2874341" y="2716623"/>
                  </a:lnTo>
                  <a:lnTo>
                    <a:pt x="2880360" y="2729356"/>
                  </a:lnTo>
                  <a:lnTo>
                    <a:pt x="2891634" y="2758233"/>
                  </a:lnTo>
                  <a:lnTo>
                    <a:pt x="2893198" y="2766518"/>
                  </a:lnTo>
                  <a:lnTo>
                    <a:pt x="2892896" y="2767908"/>
                  </a:lnTo>
                  <a:lnTo>
                    <a:pt x="2898574" y="2776101"/>
                  </a:lnTo>
                  <a:lnTo>
                    <a:pt x="2918079" y="2804794"/>
                  </a:lnTo>
                  <a:lnTo>
                    <a:pt x="2921347" y="2814189"/>
                  </a:lnTo>
                  <a:lnTo>
                    <a:pt x="2924698" y="2823559"/>
                  </a:lnTo>
                  <a:lnTo>
                    <a:pt x="2927883" y="2832977"/>
                  </a:lnTo>
                  <a:lnTo>
                    <a:pt x="2930652" y="2842514"/>
                  </a:lnTo>
                  <a:lnTo>
                    <a:pt x="2933866" y="2858283"/>
                  </a:lnTo>
                  <a:lnTo>
                    <a:pt x="2936367" y="2874184"/>
                  </a:lnTo>
                  <a:lnTo>
                    <a:pt x="2939153" y="2889966"/>
                  </a:lnTo>
                  <a:lnTo>
                    <a:pt x="2943225" y="2905379"/>
                  </a:lnTo>
                  <a:lnTo>
                    <a:pt x="2948689" y="2918364"/>
                  </a:lnTo>
                  <a:lnTo>
                    <a:pt x="2955417" y="2930778"/>
                  </a:lnTo>
                  <a:lnTo>
                    <a:pt x="2962334" y="2943097"/>
                  </a:lnTo>
                  <a:lnTo>
                    <a:pt x="2968371" y="2955797"/>
                  </a:lnTo>
                  <a:lnTo>
                    <a:pt x="2988992" y="3016138"/>
                  </a:lnTo>
                  <a:lnTo>
                    <a:pt x="3006090" y="3081528"/>
                  </a:lnTo>
                  <a:lnTo>
                    <a:pt x="3012567" y="3125533"/>
                  </a:lnTo>
                  <a:lnTo>
                    <a:pt x="3015412" y="3147571"/>
                  </a:lnTo>
                  <a:lnTo>
                    <a:pt x="3018663" y="3169539"/>
                  </a:lnTo>
                  <a:lnTo>
                    <a:pt x="3021538" y="3185308"/>
                  </a:lnTo>
                  <a:lnTo>
                    <a:pt x="3024711" y="3201019"/>
                  </a:lnTo>
                  <a:lnTo>
                    <a:pt x="3028003" y="3216705"/>
                  </a:lnTo>
                  <a:lnTo>
                    <a:pt x="3031236" y="3232404"/>
                  </a:lnTo>
                  <a:lnTo>
                    <a:pt x="3033718" y="3279697"/>
                  </a:lnTo>
                  <a:lnTo>
                    <a:pt x="3035760" y="3327003"/>
                  </a:lnTo>
                  <a:lnTo>
                    <a:pt x="3038683" y="3374189"/>
                  </a:lnTo>
                  <a:lnTo>
                    <a:pt x="3043809" y="3421126"/>
                  </a:lnTo>
                  <a:lnTo>
                    <a:pt x="3048452" y="3440396"/>
                  </a:lnTo>
                  <a:lnTo>
                    <a:pt x="3055429" y="3459083"/>
                  </a:lnTo>
                  <a:lnTo>
                    <a:pt x="3062882" y="3477650"/>
                  </a:lnTo>
                  <a:lnTo>
                    <a:pt x="3068955" y="3496563"/>
                  </a:lnTo>
                  <a:lnTo>
                    <a:pt x="3078252" y="3533825"/>
                  </a:lnTo>
                  <a:lnTo>
                    <a:pt x="3094101" y="3584575"/>
                  </a:lnTo>
                  <a:lnTo>
                    <a:pt x="3099292" y="3610213"/>
                  </a:lnTo>
                  <a:lnTo>
                    <a:pt x="3102119" y="3622919"/>
                  </a:lnTo>
                  <a:lnTo>
                    <a:pt x="3106674" y="3634993"/>
                  </a:lnTo>
                  <a:lnTo>
                    <a:pt x="3114978" y="3648227"/>
                  </a:lnTo>
                  <a:lnTo>
                    <a:pt x="3124914" y="3660473"/>
                  </a:lnTo>
                  <a:lnTo>
                    <a:pt x="3135159" y="3672552"/>
                  </a:lnTo>
                  <a:lnTo>
                    <a:pt x="3144393" y="3685285"/>
                  </a:lnTo>
                  <a:lnTo>
                    <a:pt x="3160414" y="3713932"/>
                  </a:lnTo>
                  <a:lnTo>
                    <a:pt x="3168173" y="3732148"/>
                  </a:lnTo>
                  <a:lnTo>
                    <a:pt x="3176647" y="3748936"/>
                  </a:lnTo>
                  <a:lnTo>
                    <a:pt x="3194812" y="3773296"/>
                  </a:lnTo>
                  <a:lnTo>
                    <a:pt x="3203866" y="3783048"/>
                  </a:lnTo>
                  <a:lnTo>
                    <a:pt x="3213623" y="3792156"/>
                  </a:lnTo>
                  <a:lnTo>
                    <a:pt x="3223404" y="3801264"/>
                  </a:lnTo>
                  <a:lnTo>
                    <a:pt x="3232531" y="3811015"/>
                  </a:lnTo>
                  <a:lnTo>
                    <a:pt x="3238924" y="3820445"/>
                  </a:lnTo>
                  <a:lnTo>
                    <a:pt x="3244437" y="3830542"/>
                  </a:lnTo>
                  <a:lnTo>
                    <a:pt x="3250283" y="3840305"/>
                  </a:lnTo>
                  <a:lnTo>
                    <a:pt x="3287895" y="3872237"/>
                  </a:lnTo>
                  <a:lnTo>
                    <a:pt x="3350045" y="3907670"/>
                  </a:lnTo>
                  <a:lnTo>
                    <a:pt x="3383406" y="3924173"/>
                  </a:lnTo>
                  <a:lnTo>
                    <a:pt x="3398766" y="3948892"/>
                  </a:lnTo>
                  <a:lnTo>
                    <a:pt x="3446272" y="3974591"/>
                  </a:lnTo>
                  <a:lnTo>
                    <a:pt x="3509152" y="3990546"/>
                  </a:lnTo>
                  <a:lnTo>
                    <a:pt x="3546982" y="3999737"/>
                  </a:lnTo>
                  <a:lnTo>
                    <a:pt x="3559413" y="4006363"/>
                  </a:lnTo>
                  <a:lnTo>
                    <a:pt x="3597275" y="4024883"/>
                  </a:lnTo>
                  <a:lnTo>
                    <a:pt x="3649614" y="4035790"/>
                  </a:lnTo>
                  <a:lnTo>
                    <a:pt x="3672337" y="4040189"/>
                  </a:lnTo>
                  <a:lnTo>
                    <a:pt x="3697858" y="4050029"/>
                  </a:lnTo>
                  <a:lnTo>
                    <a:pt x="3707538" y="4055941"/>
                  </a:lnTo>
                  <a:lnTo>
                    <a:pt x="3716623" y="4062841"/>
                  </a:lnTo>
                  <a:lnTo>
                    <a:pt x="3725755" y="4069621"/>
                  </a:lnTo>
                  <a:lnTo>
                    <a:pt x="3735578" y="4075176"/>
                  </a:lnTo>
                  <a:lnTo>
                    <a:pt x="3754062" y="4082480"/>
                  </a:lnTo>
                  <a:lnTo>
                    <a:pt x="3772963" y="4088653"/>
                  </a:lnTo>
                  <a:lnTo>
                    <a:pt x="3792031" y="4094374"/>
                  </a:lnTo>
                  <a:lnTo>
                    <a:pt x="3811015" y="4100321"/>
                  </a:lnTo>
                  <a:lnTo>
                    <a:pt x="3848861" y="4112894"/>
                  </a:lnTo>
                  <a:lnTo>
                    <a:pt x="3886580" y="4125467"/>
                  </a:lnTo>
                  <a:lnTo>
                    <a:pt x="3934382" y="4123209"/>
                  </a:lnTo>
                  <a:lnTo>
                    <a:pt x="3982208" y="4121206"/>
                  </a:lnTo>
                  <a:lnTo>
                    <a:pt x="4030022" y="4119076"/>
                  </a:lnTo>
                  <a:lnTo>
                    <a:pt x="4077788" y="4116433"/>
                  </a:lnTo>
                  <a:lnTo>
                    <a:pt x="4125468" y="4112894"/>
                  </a:lnTo>
                  <a:lnTo>
                    <a:pt x="4163687" y="4104965"/>
                  </a:lnTo>
                  <a:lnTo>
                    <a:pt x="4175886" y="4100321"/>
                  </a:lnTo>
                  <a:lnTo>
                    <a:pt x="4195514" y="4094696"/>
                  </a:lnTo>
                  <a:lnTo>
                    <a:pt x="4213748" y="4091130"/>
                  </a:lnTo>
                  <a:lnTo>
                    <a:pt x="4231911" y="4082730"/>
                  </a:lnTo>
                  <a:lnTo>
                    <a:pt x="4251325" y="4062603"/>
                  </a:lnTo>
                  <a:close/>
                </a:path>
              </a:pathLst>
            </a:custGeom>
            <a:noFill/>
            <a:ln cap="flat" cmpd="sng" w="57900">
              <a:solidFill>
                <a:srgbClr val="FFFF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330" name="Google Shape;330;p11"/>
            <p:cNvPicPr preferRelativeResize="0"/>
            <p:nvPr/>
          </p:nvPicPr>
          <p:blipFill rotWithShape="1">
            <a:blip r:embed="rId36">
              <a:alphaModFix/>
            </a:blip>
            <a:srcRect b="0" l="0" r="0" t="0"/>
            <a:stretch/>
          </p:blipFill>
          <p:spPr>
            <a:xfrm>
              <a:off x="268224" y="589788"/>
              <a:ext cx="2552700" cy="4012691"/>
            </a:xfrm>
            <a:prstGeom prst="rect">
              <a:avLst/>
            </a:prstGeom>
            <a:noFill/>
            <a:ln>
              <a:noFill/>
            </a:ln>
          </p:spPr>
        </p:pic>
        <p:sp>
          <p:nvSpPr>
            <p:cNvPr id="331" name="Google Shape;331;p11"/>
            <p:cNvSpPr/>
            <p:nvPr/>
          </p:nvSpPr>
          <p:spPr>
            <a:xfrm>
              <a:off x="339852" y="641603"/>
              <a:ext cx="2414270" cy="3874135"/>
            </a:xfrm>
            <a:custGeom>
              <a:rect b="b" l="l" r="r" t="t"/>
              <a:pathLst>
                <a:path extrusionOk="0" h="3874135" w="2414270">
                  <a:moveTo>
                    <a:pt x="641222" y="3811143"/>
                  </a:moveTo>
                  <a:lnTo>
                    <a:pt x="691976" y="3803380"/>
                  </a:lnTo>
                  <a:lnTo>
                    <a:pt x="729932" y="3795373"/>
                  </a:lnTo>
                  <a:lnTo>
                    <a:pt x="767372" y="3767566"/>
                  </a:lnTo>
                  <a:lnTo>
                    <a:pt x="772750" y="3757332"/>
                  </a:lnTo>
                  <a:lnTo>
                    <a:pt x="779526" y="3748278"/>
                  </a:lnTo>
                  <a:lnTo>
                    <a:pt x="807806" y="3723076"/>
                  </a:lnTo>
                  <a:lnTo>
                    <a:pt x="827708" y="3711448"/>
                  </a:lnTo>
                  <a:lnTo>
                    <a:pt x="848664" y="3702486"/>
                  </a:lnTo>
                  <a:lnTo>
                    <a:pt x="880110" y="3685286"/>
                  </a:lnTo>
                  <a:lnTo>
                    <a:pt x="895440" y="3674016"/>
                  </a:lnTo>
                  <a:lnTo>
                    <a:pt x="921296" y="3654377"/>
                  </a:lnTo>
                  <a:lnTo>
                    <a:pt x="948561" y="3634476"/>
                  </a:lnTo>
                  <a:lnTo>
                    <a:pt x="968120" y="3622421"/>
                  </a:lnTo>
                  <a:lnTo>
                    <a:pt x="980318" y="3618206"/>
                  </a:lnTo>
                  <a:lnTo>
                    <a:pt x="992933" y="3615182"/>
                  </a:lnTo>
                  <a:lnTo>
                    <a:pt x="1005714" y="3612634"/>
                  </a:lnTo>
                  <a:lnTo>
                    <a:pt x="1018413" y="3609848"/>
                  </a:lnTo>
                  <a:lnTo>
                    <a:pt x="1050280" y="3585554"/>
                  </a:lnTo>
                  <a:lnTo>
                    <a:pt x="1065776" y="3573254"/>
                  </a:lnTo>
                  <a:lnTo>
                    <a:pt x="1070330" y="3569523"/>
                  </a:lnTo>
                  <a:lnTo>
                    <a:pt x="1069371" y="3570938"/>
                  </a:lnTo>
                  <a:lnTo>
                    <a:pt x="1068329" y="3574073"/>
                  </a:lnTo>
                  <a:lnTo>
                    <a:pt x="1072634" y="3575504"/>
                  </a:lnTo>
                  <a:lnTo>
                    <a:pt x="1087713" y="3571806"/>
                  </a:lnTo>
                  <a:lnTo>
                    <a:pt x="1149271" y="3545735"/>
                  </a:lnTo>
                  <a:lnTo>
                    <a:pt x="1207008" y="3521837"/>
                  </a:lnTo>
                  <a:lnTo>
                    <a:pt x="1226403" y="3509906"/>
                  </a:lnTo>
                  <a:lnTo>
                    <a:pt x="1246155" y="3498405"/>
                  </a:lnTo>
                  <a:lnTo>
                    <a:pt x="1282445" y="3471545"/>
                  </a:lnTo>
                  <a:lnTo>
                    <a:pt x="1309967" y="3443898"/>
                  </a:lnTo>
                  <a:lnTo>
                    <a:pt x="1336791" y="3416555"/>
                  </a:lnTo>
                  <a:lnTo>
                    <a:pt x="1335173" y="3418346"/>
                  </a:lnTo>
                  <a:lnTo>
                    <a:pt x="1332286" y="3421775"/>
                  </a:lnTo>
                  <a:lnTo>
                    <a:pt x="1330536" y="3424554"/>
                  </a:lnTo>
                  <a:lnTo>
                    <a:pt x="1332329" y="3424395"/>
                  </a:lnTo>
                  <a:lnTo>
                    <a:pt x="1383030" y="3383407"/>
                  </a:lnTo>
                  <a:lnTo>
                    <a:pt x="1401794" y="3364499"/>
                  </a:lnTo>
                  <a:lnTo>
                    <a:pt x="1410962" y="3354778"/>
                  </a:lnTo>
                  <a:lnTo>
                    <a:pt x="1420748" y="3345688"/>
                  </a:lnTo>
                  <a:lnTo>
                    <a:pt x="1429946" y="3339115"/>
                  </a:lnTo>
                  <a:lnTo>
                    <a:pt x="1439751" y="3333305"/>
                  </a:lnTo>
                  <a:lnTo>
                    <a:pt x="1449484" y="3327400"/>
                  </a:lnTo>
                  <a:lnTo>
                    <a:pt x="1458467" y="3320542"/>
                  </a:lnTo>
                  <a:lnTo>
                    <a:pt x="1480381" y="3298342"/>
                  </a:lnTo>
                  <a:lnTo>
                    <a:pt x="1501092" y="3274774"/>
                  </a:lnTo>
                  <a:lnTo>
                    <a:pt x="1522493" y="3252087"/>
                  </a:lnTo>
                  <a:lnTo>
                    <a:pt x="1546479" y="3232531"/>
                  </a:lnTo>
                  <a:lnTo>
                    <a:pt x="1659636" y="3157093"/>
                  </a:lnTo>
                  <a:lnTo>
                    <a:pt x="1697355" y="3131947"/>
                  </a:lnTo>
                  <a:lnTo>
                    <a:pt x="1703962" y="3122677"/>
                  </a:lnTo>
                  <a:lnTo>
                    <a:pt x="1710785" y="3113516"/>
                  </a:lnTo>
                  <a:lnTo>
                    <a:pt x="1717178" y="3104139"/>
                  </a:lnTo>
                  <a:lnTo>
                    <a:pt x="1734323" y="3063829"/>
                  </a:lnTo>
                  <a:lnTo>
                    <a:pt x="1752397" y="3000126"/>
                  </a:lnTo>
                  <a:lnTo>
                    <a:pt x="1762408" y="2923887"/>
                  </a:lnTo>
                  <a:lnTo>
                    <a:pt x="1765048" y="2867467"/>
                  </a:lnTo>
                  <a:lnTo>
                    <a:pt x="1769107" y="2805616"/>
                  </a:lnTo>
                  <a:lnTo>
                    <a:pt x="1775557" y="2744838"/>
                  </a:lnTo>
                  <a:lnTo>
                    <a:pt x="1785366" y="2691638"/>
                  </a:lnTo>
                  <a:lnTo>
                    <a:pt x="1797224" y="2653728"/>
                  </a:lnTo>
                  <a:lnTo>
                    <a:pt x="1803957" y="2634988"/>
                  </a:lnTo>
                  <a:lnTo>
                    <a:pt x="1810512" y="2616200"/>
                  </a:lnTo>
                  <a:lnTo>
                    <a:pt x="1816525" y="2566951"/>
                  </a:lnTo>
                  <a:lnTo>
                    <a:pt x="1819781" y="2538368"/>
                  </a:lnTo>
                  <a:lnTo>
                    <a:pt x="1821247" y="2524460"/>
                  </a:lnTo>
                  <a:lnTo>
                    <a:pt x="1821894" y="2519235"/>
                  </a:lnTo>
                  <a:lnTo>
                    <a:pt x="1822689" y="2516700"/>
                  </a:lnTo>
                  <a:lnTo>
                    <a:pt x="1824603" y="2510865"/>
                  </a:lnTo>
                  <a:lnTo>
                    <a:pt x="1828602" y="2495737"/>
                  </a:lnTo>
                  <a:lnTo>
                    <a:pt x="1835658" y="2465324"/>
                  </a:lnTo>
                  <a:lnTo>
                    <a:pt x="1838747" y="2449534"/>
                  </a:lnTo>
                  <a:lnTo>
                    <a:pt x="1841420" y="2433685"/>
                  </a:lnTo>
                  <a:lnTo>
                    <a:pt x="1844355" y="2417907"/>
                  </a:lnTo>
                  <a:lnTo>
                    <a:pt x="1848231" y="2402332"/>
                  </a:lnTo>
                  <a:lnTo>
                    <a:pt x="1853981" y="2386455"/>
                  </a:lnTo>
                  <a:lnTo>
                    <a:pt x="1860804" y="2370947"/>
                  </a:lnTo>
                  <a:lnTo>
                    <a:pt x="1867626" y="2355415"/>
                  </a:lnTo>
                  <a:lnTo>
                    <a:pt x="1873377" y="2339467"/>
                  </a:lnTo>
                  <a:lnTo>
                    <a:pt x="1884223" y="2300321"/>
                  </a:lnTo>
                  <a:lnTo>
                    <a:pt x="1887652" y="2282088"/>
                  </a:lnTo>
                  <a:lnTo>
                    <a:pt x="1887023" y="2276815"/>
                  </a:lnTo>
                  <a:lnTo>
                    <a:pt x="1885693" y="2276552"/>
                  </a:lnTo>
                  <a:lnTo>
                    <a:pt x="1887023" y="2273347"/>
                  </a:lnTo>
                  <a:lnTo>
                    <a:pt x="1894370" y="2259250"/>
                  </a:lnTo>
                  <a:lnTo>
                    <a:pt x="1911096" y="2226310"/>
                  </a:lnTo>
                  <a:lnTo>
                    <a:pt x="1913774" y="2210450"/>
                  </a:lnTo>
                  <a:lnTo>
                    <a:pt x="1916144" y="2194496"/>
                  </a:lnTo>
                  <a:lnTo>
                    <a:pt x="1919132" y="2178732"/>
                  </a:lnTo>
                  <a:lnTo>
                    <a:pt x="1923669" y="2163445"/>
                  </a:lnTo>
                  <a:lnTo>
                    <a:pt x="1928901" y="2153443"/>
                  </a:lnTo>
                  <a:lnTo>
                    <a:pt x="1935718" y="2144299"/>
                  </a:lnTo>
                  <a:lnTo>
                    <a:pt x="1942796" y="2135298"/>
                  </a:lnTo>
                  <a:lnTo>
                    <a:pt x="1948815" y="2125726"/>
                  </a:lnTo>
                  <a:lnTo>
                    <a:pt x="1952565" y="2116490"/>
                  </a:lnTo>
                  <a:lnTo>
                    <a:pt x="1955387" y="2106898"/>
                  </a:lnTo>
                  <a:lnTo>
                    <a:pt x="1958066" y="2097258"/>
                  </a:lnTo>
                  <a:lnTo>
                    <a:pt x="1961388" y="2087880"/>
                  </a:lnTo>
                  <a:lnTo>
                    <a:pt x="1967353" y="2075199"/>
                  </a:lnTo>
                  <a:lnTo>
                    <a:pt x="1973865" y="2062734"/>
                  </a:lnTo>
                  <a:lnTo>
                    <a:pt x="1980426" y="2050268"/>
                  </a:lnTo>
                  <a:lnTo>
                    <a:pt x="1986534" y="2037588"/>
                  </a:lnTo>
                  <a:lnTo>
                    <a:pt x="1992641" y="2021782"/>
                  </a:lnTo>
                  <a:lnTo>
                    <a:pt x="1998059" y="2005631"/>
                  </a:lnTo>
                  <a:lnTo>
                    <a:pt x="2004000" y="1989742"/>
                  </a:lnTo>
                  <a:lnTo>
                    <a:pt x="2011680" y="1974723"/>
                  </a:lnTo>
                  <a:lnTo>
                    <a:pt x="2032154" y="1943884"/>
                  </a:lnTo>
                  <a:lnTo>
                    <a:pt x="2043362" y="1930896"/>
                  </a:lnTo>
                  <a:lnTo>
                    <a:pt x="2048135" y="1929891"/>
                  </a:lnTo>
                  <a:lnTo>
                    <a:pt x="2049303" y="1935003"/>
                  </a:lnTo>
                  <a:lnTo>
                    <a:pt x="2049698" y="1940366"/>
                  </a:lnTo>
                  <a:lnTo>
                    <a:pt x="2052149" y="1940111"/>
                  </a:lnTo>
                  <a:lnTo>
                    <a:pt x="2059488" y="1928373"/>
                  </a:lnTo>
                  <a:lnTo>
                    <a:pt x="2074545" y="1899285"/>
                  </a:lnTo>
                  <a:lnTo>
                    <a:pt x="2078116" y="1890033"/>
                  </a:lnTo>
                  <a:lnTo>
                    <a:pt x="2080641" y="1880330"/>
                  </a:lnTo>
                  <a:lnTo>
                    <a:pt x="2083260" y="1870674"/>
                  </a:lnTo>
                  <a:lnTo>
                    <a:pt x="2087118" y="1861566"/>
                  </a:lnTo>
                  <a:lnTo>
                    <a:pt x="2097137" y="1846526"/>
                  </a:lnTo>
                  <a:lnTo>
                    <a:pt x="2120122" y="1812020"/>
                  </a:lnTo>
                  <a:lnTo>
                    <a:pt x="2145464" y="1773965"/>
                  </a:lnTo>
                  <a:lnTo>
                    <a:pt x="2162556" y="1748282"/>
                  </a:lnTo>
                  <a:lnTo>
                    <a:pt x="2169074" y="1738995"/>
                  </a:lnTo>
                  <a:lnTo>
                    <a:pt x="2175748" y="1729803"/>
                  </a:lnTo>
                  <a:lnTo>
                    <a:pt x="2182112" y="1720421"/>
                  </a:lnTo>
                  <a:lnTo>
                    <a:pt x="2187702" y="1710563"/>
                  </a:lnTo>
                  <a:lnTo>
                    <a:pt x="2204346" y="1676076"/>
                  </a:lnTo>
                  <a:lnTo>
                    <a:pt x="2212467" y="1660890"/>
                  </a:lnTo>
                  <a:lnTo>
                    <a:pt x="2223920" y="1648537"/>
                  </a:lnTo>
                  <a:lnTo>
                    <a:pt x="2250567" y="1622552"/>
                  </a:lnTo>
                  <a:lnTo>
                    <a:pt x="2253781" y="1613140"/>
                  </a:lnTo>
                  <a:lnTo>
                    <a:pt x="2265872" y="1572063"/>
                  </a:lnTo>
                  <a:lnTo>
                    <a:pt x="2267950" y="1559067"/>
                  </a:lnTo>
                  <a:lnTo>
                    <a:pt x="2270765" y="1546381"/>
                  </a:lnTo>
                  <a:lnTo>
                    <a:pt x="2275713" y="1534541"/>
                  </a:lnTo>
                  <a:lnTo>
                    <a:pt x="2283535" y="1523878"/>
                  </a:lnTo>
                  <a:lnTo>
                    <a:pt x="2293143" y="1514586"/>
                  </a:lnTo>
                  <a:lnTo>
                    <a:pt x="2303466" y="1505840"/>
                  </a:lnTo>
                  <a:lnTo>
                    <a:pt x="2313432" y="1496822"/>
                  </a:lnTo>
                  <a:lnTo>
                    <a:pt x="2321147" y="1434893"/>
                  </a:lnTo>
                  <a:lnTo>
                    <a:pt x="2338578" y="1370965"/>
                  </a:lnTo>
                  <a:lnTo>
                    <a:pt x="2357205" y="1342550"/>
                  </a:lnTo>
                  <a:lnTo>
                    <a:pt x="2363724" y="1333246"/>
                  </a:lnTo>
                  <a:lnTo>
                    <a:pt x="2369653" y="1307992"/>
                  </a:lnTo>
                  <a:lnTo>
                    <a:pt x="2375344" y="1282668"/>
                  </a:lnTo>
                  <a:lnTo>
                    <a:pt x="2381511" y="1257486"/>
                  </a:lnTo>
                  <a:lnTo>
                    <a:pt x="2388870" y="1232662"/>
                  </a:lnTo>
                  <a:lnTo>
                    <a:pt x="2398192" y="1204962"/>
                  </a:lnTo>
                  <a:lnTo>
                    <a:pt x="2402300" y="1192037"/>
                  </a:lnTo>
                  <a:lnTo>
                    <a:pt x="2405979" y="1177422"/>
                  </a:lnTo>
                  <a:lnTo>
                    <a:pt x="2414016" y="1144651"/>
                  </a:lnTo>
                  <a:lnTo>
                    <a:pt x="2411985" y="1094324"/>
                  </a:lnTo>
                  <a:lnTo>
                    <a:pt x="2410063" y="1043995"/>
                  </a:lnTo>
                  <a:lnTo>
                    <a:pt x="2408211" y="993663"/>
                  </a:lnTo>
                  <a:lnTo>
                    <a:pt x="2406396" y="943332"/>
                  </a:lnTo>
                  <a:lnTo>
                    <a:pt x="2404580" y="893002"/>
                  </a:lnTo>
                  <a:lnTo>
                    <a:pt x="2402728" y="842676"/>
                  </a:lnTo>
                  <a:lnTo>
                    <a:pt x="2400806" y="792355"/>
                  </a:lnTo>
                  <a:lnTo>
                    <a:pt x="2398776" y="742042"/>
                  </a:lnTo>
                  <a:lnTo>
                    <a:pt x="2396603" y="691737"/>
                  </a:lnTo>
                  <a:lnTo>
                    <a:pt x="2394251" y="641442"/>
                  </a:lnTo>
                  <a:lnTo>
                    <a:pt x="2391685" y="591160"/>
                  </a:lnTo>
                  <a:lnTo>
                    <a:pt x="2388870" y="540893"/>
                  </a:lnTo>
                  <a:lnTo>
                    <a:pt x="2379708" y="512550"/>
                  </a:lnTo>
                  <a:lnTo>
                    <a:pt x="2376297" y="503174"/>
                  </a:lnTo>
                  <a:lnTo>
                    <a:pt x="2373118" y="490599"/>
                  </a:lnTo>
                  <a:lnTo>
                    <a:pt x="2370296" y="477916"/>
                  </a:lnTo>
                  <a:lnTo>
                    <a:pt x="2367331" y="465258"/>
                  </a:lnTo>
                  <a:lnTo>
                    <a:pt x="2363724" y="452755"/>
                  </a:lnTo>
                  <a:lnTo>
                    <a:pt x="2357794" y="436949"/>
                  </a:lnTo>
                  <a:lnTo>
                    <a:pt x="2351151" y="421370"/>
                  </a:lnTo>
                  <a:lnTo>
                    <a:pt x="2344507" y="405766"/>
                  </a:lnTo>
                  <a:lnTo>
                    <a:pt x="2338578" y="389890"/>
                  </a:lnTo>
                  <a:lnTo>
                    <a:pt x="2334041" y="372673"/>
                  </a:lnTo>
                  <a:lnTo>
                    <a:pt x="2327814" y="346837"/>
                  </a:lnTo>
                  <a:lnTo>
                    <a:pt x="2320682" y="320524"/>
                  </a:lnTo>
                  <a:lnTo>
                    <a:pt x="2296715" y="273962"/>
                  </a:lnTo>
                  <a:lnTo>
                    <a:pt x="2267902" y="229330"/>
                  </a:lnTo>
                  <a:lnTo>
                    <a:pt x="2233564" y="183221"/>
                  </a:lnTo>
                  <a:lnTo>
                    <a:pt x="2200275" y="150875"/>
                  </a:lnTo>
                  <a:lnTo>
                    <a:pt x="2172039" y="141499"/>
                  </a:lnTo>
                  <a:lnTo>
                    <a:pt x="2162556" y="138303"/>
                  </a:lnTo>
                  <a:lnTo>
                    <a:pt x="2124390" y="120282"/>
                  </a:lnTo>
                  <a:lnTo>
                    <a:pt x="2069687" y="81391"/>
                  </a:lnTo>
                  <a:lnTo>
                    <a:pt x="2046005" y="63740"/>
                  </a:lnTo>
                  <a:lnTo>
                    <a:pt x="2024253" y="50292"/>
                  </a:lnTo>
                  <a:lnTo>
                    <a:pt x="2015091" y="46541"/>
                  </a:lnTo>
                  <a:lnTo>
                    <a:pt x="2005536" y="43719"/>
                  </a:lnTo>
                  <a:lnTo>
                    <a:pt x="1995910" y="41040"/>
                  </a:lnTo>
                  <a:lnTo>
                    <a:pt x="1986534" y="37719"/>
                  </a:lnTo>
                  <a:lnTo>
                    <a:pt x="1953346" y="22480"/>
                  </a:lnTo>
                  <a:lnTo>
                    <a:pt x="1939515" y="14703"/>
                  </a:lnTo>
                  <a:lnTo>
                    <a:pt x="1934194" y="11477"/>
                  </a:lnTo>
                  <a:lnTo>
                    <a:pt x="1926533" y="9891"/>
                  </a:lnTo>
                  <a:lnTo>
                    <a:pt x="1905686" y="7036"/>
                  </a:lnTo>
                  <a:lnTo>
                    <a:pt x="1860804" y="0"/>
                  </a:lnTo>
                  <a:lnTo>
                    <a:pt x="1181861" y="12573"/>
                  </a:lnTo>
                  <a:lnTo>
                    <a:pt x="1148393" y="17430"/>
                  </a:lnTo>
                  <a:lnTo>
                    <a:pt x="1110805" y="27622"/>
                  </a:lnTo>
                  <a:lnTo>
                    <a:pt x="1074169" y="39719"/>
                  </a:lnTo>
                  <a:lnTo>
                    <a:pt x="1043559" y="50292"/>
                  </a:lnTo>
                  <a:lnTo>
                    <a:pt x="1005839" y="62865"/>
                  </a:lnTo>
                  <a:lnTo>
                    <a:pt x="976183" y="108840"/>
                  </a:lnTo>
                  <a:lnTo>
                    <a:pt x="928548" y="127196"/>
                  </a:lnTo>
                  <a:lnTo>
                    <a:pt x="903752" y="159180"/>
                  </a:lnTo>
                  <a:lnTo>
                    <a:pt x="873564" y="210296"/>
                  </a:lnTo>
                  <a:lnTo>
                    <a:pt x="855930" y="249205"/>
                  </a:lnTo>
                  <a:lnTo>
                    <a:pt x="840956" y="289306"/>
                  </a:lnTo>
                  <a:lnTo>
                    <a:pt x="829817" y="327025"/>
                  </a:lnTo>
                  <a:lnTo>
                    <a:pt x="817244" y="377317"/>
                  </a:lnTo>
                  <a:lnTo>
                    <a:pt x="814071" y="405608"/>
                  </a:lnTo>
                  <a:lnTo>
                    <a:pt x="810877" y="433911"/>
                  </a:lnTo>
                  <a:lnTo>
                    <a:pt x="807724" y="462238"/>
                  </a:lnTo>
                  <a:lnTo>
                    <a:pt x="804672" y="490600"/>
                  </a:lnTo>
                  <a:lnTo>
                    <a:pt x="801630" y="521997"/>
                  </a:lnTo>
                  <a:lnTo>
                    <a:pt x="798818" y="553466"/>
                  </a:lnTo>
                  <a:lnTo>
                    <a:pt x="795790" y="584934"/>
                  </a:lnTo>
                  <a:lnTo>
                    <a:pt x="792098" y="616331"/>
                  </a:lnTo>
                  <a:lnTo>
                    <a:pt x="789482" y="632136"/>
                  </a:lnTo>
                  <a:lnTo>
                    <a:pt x="786188" y="647811"/>
                  </a:lnTo>
                  <a:lnTo>
                    <a:pt x="782706" y="663461"/>
                  </a:lnTo>
                  <a:lnTo>
                    <a:pt x="779526" y="679196"/>
                  </a:lnTo>
                  <a:lnTo>
                    <a:pt x="776580" y="698144"/>
                  </a:lnTo>
                  <a:lnTo>
                    <a:pt x="774044" y="717153"/>
                  </a:lnTo>
                  <a:lnTo>
                    <a:pt x="771105" y="736042"/>
                  </a:lnTo>
                  <a:lnTo>
                    <a:pt x="756842" y="786729"/>
                  </a:lnTo>
                  <a:lnTo>
                    <a:pt x="733736" y="830107"/>
                  </a:lnTo>
                  <a:lnTo>
                    <a:pt x="716660" y="855345"/>
                  </a:lnTo>
                  <a:lnTo>
                    <a:pt x="709310" y="893180"/>
                  </a:lnTo>
                  <a:lnTo>
                    <a:pt x="705950" y="910971"/>
                  </a:lnTo>
                  <a:lnTo>
                    <a:pt x="703907" y="918686"/>
                  </a:lnTo>
                  <a:lnTo>
                    <a:pt x="700506" y="926295"/>
                  </a:lnTo>
                  <a:lnTo>
                    <a:pt x="693076" y="943768"/>
                  </a:lnTo>
                  <a:lnTo>
                    <a:pt x="678941" y="981075"/>
                  </a:lnTo>
                  <a:lnTo>
                    <a:pt x="672859" y="1000041"/>
                  </a:lnTo>
                  <a:lnTo>
                    <a:pt x="667416" y="1019270"/>
                  </a:lnTo>
                  <a:lnTo>
                    <a:pt x="661450" y="1038260"/>
                  </a:lnTo>
                  <a:lnTo>
                    <a:pt x="653795" y="1056513"/>
                  </a:lnTo>
                  <a:lnTo>
                    <a:pt x="637885" y="1088252"/>
                  </a:lnTo>
                  <a:lnTo>
                    <a:pt x="629887" y="1104093"/>
                  </a:lnTo>
                  <a:lnTo>
                    <a:pt x="627518" y="1108799"/>
                  </a:lnTo>
                  <a:lnTo>
                    <a:pt x="628491" y="1107129"/>
                  </a:lnTo>
                  <a:lnTo>
                    <a:pt x="630521" y="1103846"/>
                  </a:lnTo>
                  <a:lnTo>
                    <a:pt x="631322" y="1103709"/>
                  </a:lnTo>
                  <a:lnTo>
                    <a:pt x="628610" y="1111482"/>
                  </a:lnTo>
                  <a:lnTo>
                    <a:pt x="620099" y="1131924"/>
                  </a:lnTo>
                  <a:lnTo>
                    <a:pt x="603504" y="1169797"/>
                  </a:lnTo>
                  <a:lnTo>
                    <a:pt x="597344" y="1182441"/>
                  </a:lnTo>
                  <a:lnTo>
                    <a:pt x="590688" y="1194847"/>
                  </a:lnTo>
                  <a:lnTo>
                    <a:pt x="584153" y="1207301"/>
                  </a:lnTo>
                  <a:lnTo>
                    <a:pt x="578357" y="1220089"/>
                  </a:lnTo>
                  <a:lnTo>
                    <a:pt x="563379" y="1263004"/>
                  </a:lnTo>
                  <a:lnTo>
                    <a:pt x="558330" y="1284279"/>
                  </a:lnTo>
                  <a:lnTo>
                    <a:pt x="554484" y="1294155"/>
                  </a:lnTo>
                  <a:lnTo>
                    <a:pt x="543114" y="1302872"/>
                  </a:lnTo>
                  <a:lnTo>
                    <a:pt x="515492" y="1320673"/>
                  </a:lnTo>
                  <a:lnTo>
                    <a:pt x="512517" y="1330174"/>
                  </a:lnTo>
                  <a:lnTo>
                    <a:pt x="493677" y="1377394"/>
                  </a:lnTo>
                  <a:lnTo>
                    <a:pt x="483693" y="1396015"/>
                  </a:lnTo>
                  <a:lnTo>
                    <a:pt x="473893" y="1414684"/>
                  </a:lnTo>
                  <a:lnTo>
                    <a:pt x="465200" y="1433830"/>
                  </a:lnTo>
                  <a:lnTo>
                    <a:pt x="461198" y="1446172"/>
                  </a:lnTo>
                  <a:lnTo>
                    <a:pt x="458290" y="1458849"/>
                  </a:lnTo>
                  <a:lnTo>
                    <a:pt x="455694" y="1471620"/>
                  </a:lnTo>
                  <a:lnTo>
                    <a:pt x="452628" y="1484249"/>
                  </a:lnTo>
                  <a:lnTo>
                    <a:pt x="440054" y="1521968"/>
                  </a:lnTo>
                  <a:lnTo>
                    <a:pt x="427358" y="1553305"/>
                  </a:lnTo>
                  <a:lnTo>
                    <a:pt x="420927" y="1568973"/>
                  </a:lnTo>
                  <a:lnTo>
                    <a:pt x="414909" y="1584833"/>
                  </a:lnTo>
                  <a:lnTo>
                    <a:pt x="405450" y="1613122"/>
                  </a:lnTo>
                  <a:lnTo>
                    <a:pt x="396573" y="1641602"/>
                  </a:lnTo>
                  <a:lnTo>
                    <a:pt x="387434" y="1669986"/>
                  </a:lnTo>
                  <a:lnTo>
                    <a:pt x="377190" y="1697990"/>
                  </a:lnTo>
                  <a:lnTo>
                    <a:pt x="370728" y="1713652"/>
                  </a:lnTo>
                  <a:lnTo>
                    <a:pt x="364150" y="1729279"/>
                  </a:lnTo>
                  <a:lnTo>
                    <a:pt x="357805" y="1744978"/>
                  </a:lnTo>
                  <a:lnTo>
                    <a:pt x="352043" y="1760855"/>
                  </a:lnTo>
                  <a:lnTo>
                    <a:pt x="343942" y="1791253"/>
                  </a:lnTo>
                  <a:lnTo>
                    <a:pt x="336080" y="1826021"/>
                  </a:lnTo>
                  <a:lnTo>
                    <a:pt x="326769" y="1859670"/>
                  </a:lnTo>
                  <a:lnTo>
                    <a:pt x="314324" y="1886712"/>
                  </a:lnTo>
                  <a:lnTo>
                    <a:pt x="307809" y="1895998"/>
                  </a:lnTo>
                  <a:lnTo>
                    <a:pt x="301142" y="1905190"/>
                  </a:lnTo>
                  <a:lnTo>
                    <a:pt x="294779" y="1914572"/>
                  </a:lnTo>
                  <a:lnTo>
                    <a:pt x="289179" y="1924431"/>
                  </a:lnTo>
                  <a:lnTo>
                    <a:pt x="285446" y="1933592"/>
                  </a:lnTo>
                  <a:lnTo>
                    <a:pt x="282625" y="1943147"/>
                  </a:lnTo>
                  <a:lnTo>
                    <a:pt x="279938" y="1952773"/>
                  </a:lnTo>
                  <a:lnTo>
                    <a:pt x="276605" y="1962150"/>
                  </a:lnTo>
                  <a:lnTo>
                    <a:pt x="270742" y="1974937"/>
                  </a:lnTo>
                  <a:lnTo>
                    <a:pt x="264409" y="1987486"/>
                  </a:lnTo>
                  <a:lnTo>
                    <a:pt x="257887" y="1999940"/>
                  </a:lnTo>
                  <a:lnTo>
                    <a:pt x="251460" y="2012442"/>
                  </a:lnTo>
                  <a:lnTo>
                    <a:pt x="245532" y="2060211"/>
                  </a:lnTo>
                  <a:lnTo>
                    <a:pt x="239149" y="2112993"/>
                  </a:lnTo>
                  <a:lnTo>
                    <a:pt x="226313" y="2176018"/>
                  </a:lnTo>
                  <a:lnTo>
                    <a:pt x="220246" y="2220071"/>
                  </a:lnTo>
                  <a:lnTo>
                    <a:pt x="217323" y="2242115"/>
                  </a:lnTo>
                  <a:lnTo>
                    <a:pt x="213741" y="2264029"/>
                  </a:lnTo>
                  <a:lnTo>
                    <a:pt x="207925" y="2292425"/>
                  </a:lnTo>
                  <a:lnTo>
                    <a:pt x="201482" y="2320702"/>
                  </a:lnTo>
                  <a:lnTo>
                    <a:pt x="194881" y="2348932"/>
                  </a:lnTo>
                  <a:lnTo>
                    <a:pt x="188594" y="2377186"/>
                  </a:lnTo>
                  <a:lnTo>
                    <a:pt x="181797" y="2411888"/>
                  </a:lnTo>
                  <a:lnTo>
                    <a:pt x="172478" y="2459831"/>
                  </a:lnTo>
                  <a:lnTo>
                    <a:pt x="161788" y="2510488"/>
                  </a:lnTo>
                  <a:lnTo>
                    <a:pt x="150876" y="2553335"/>
                  </a:lnTo>
                  <a:lnTo>
                    <a:pt x="135445" y="2600579"/>
                  </a:lnTo>
                  <a:lnTo>
                    <a:pt x="125729" y="2628773"/>
                  </a:lnTo>
                  <a:lnTo>
                    <a:pt x="122752" y="2657097"/>
                  </a:lnTo>
                  <a:lnTo>
                    <a:pt x="116798" y="2713747"/>
                  </a:lnTo>
                  <a:lnTo>
                    <a:pt x="108767" y="2766756"/>
                  </a:lnTo>
                  <a:lnTo>
                    <a:pt x="94729" y="2829601"/>
                  </a:lnTo>
                  <a:lnTo>
                    <a:pt x="81929" y="2874121"/>
                  </a:lnTo>
                  <a:lnTo>
                    <a:pt x="78658" y="2883521"/>
                  </a:lnTo>
                  <a:lnTo>
                    <a:pt x="75438" y="2892933"/>
                  </a:lnTo>
                  <a:lnTo>
                    <a:pt x="72555" y="2918114"/>
                  </a:lnTo>
                  <a:lnTo>
                    <a:pt x="69846" y="2943320"/>
                  </a:lnTo>
                  <a:lnTo>
                    <a:pt x="66790" y="2968478"/>
                  </a:lnTo>
                  <a:lnTo>
                    <a:pt x="62864" y="2993517"/>
                  </a:lnTo>
                  <a:lnTo>
                    <a:pt x="60232" y="3003107"/>
                  </a:lnTo>
                  <a:lnTo>
                    <a:pt x="56578" y="3012424"/>
                  </a:lnTo>
                  <a:lnTo>
                    <a:pt x="52924" y="3021716"/>
                  </a:lnTo>
                  <a:lnTo>
                    <a:pt x="50291" y="3031236"/>
                  </a:lnTo>
                  <a:lnTo>
                    <a:pt x="46405" y="3056294"/>
                  </a:lnTo>
                  <a:lnTo>
                    <a:pt x="43414" y="3081496"/>
                  </a:lnTo>
                  <a:lnTo>
                    <a:pt x="40719" y="3106745"/>
                  </a:lnTo>
                  <a:lnTo>
                    <a:pt x="37718" y="3131947"/>
                  </a:lnTo>
                  <a:lnTo>
                    <a:pt x="34620" y="3153931"/>
                  </a:lnTo>
                  <a:lnTo>
                    <a:pt x="31342" y="3175904"/>
                  </a:lnTo>
                  <a:lnTo>
                    <a:pt x="28108" y="3197901"/>
                  </a:lnTo>
                  <a:lnTo>
                    <a:pt x="19680" y="3264088"/>
                  </a:lnTo>
                  <a:lnTo>
                    <a:pt x="13268" y="3317946"/>
                  </a:lnTo>
                  <a:lnTo>
                    <a:pt x="11274" y="3337734"/>
                  </a:lnTo>
                  <a:lnTo>
                    <a:pt x="11331" y="3339277"/>
                  </a:lnTo>
                  <a:lnTo>
                    <a:pt x="11768" y="3337612"/>
                  </a:lnTo>
                  <a:lnTo>
                    <a:pt x="12344" y="3334511"/>
                  </a:lnTo>
                  <a:lnTo>
                    <a:pt x="12818" y="3331743"/>
                  </a:lnTo>
                  <a:lnTo>
                    <a:pt x="12948" y="3331078"/>
                  </a:lnTo>
                  <a:lnTo>
                    <a:pt x="12493" y="3334286"/>
                  </a:lnTo>
                  <a:lnTo>
                    <a:pt x="11212" y="3343137"/>
                  </a:lnTo>
                  <a:lnTo>
                    <a:pt x="8864" y="3359402"/>
                  </a:lnTo>
                  <a:lnTo>
                    <a:pt x="5207" y="3384851"/>
                  </a:lnTo>
                  <a:lnTo>
                    <a:pt x="0" y="3421253"/>
                  </a:lnTo>
                  <a:lnTo>
                    <a:pt x="4761" y="3478953"/>
                  </a:lnTo>
                  <a:lnTo>
                    <a:pt x="7184" y="3518637"/>
                  </a:lnTo>
                  <a:lnTo>
                    <a:pt x="7774" y="3556859"/>
                  </a:lnTo>
                  <a:lnTo>
                    <a:pt x="37718" y="3597275"/>
                  </a:lnTo>
                  <a:lnTo>
                    <a:pt x="43472" y="3616467"/>
                  </a:lnTo>
                  <a:lnTo>
                    <a:pt x="46059" y="3626117"/>
                  </a:lnTo>
                  <a:lnTo>
                    <a:pt x="50291" y="3634994"/>
                  </a:lnTo>
                  <a:lnTo>
                    <a:pt x="68808" y="3658211"/>
                  </a:lnTo>
                  <a:lnTo>
                    <a:pt x="85296" y="3671093"/>
                  </a:lnTo>
                  <a:lnTo>
                    <a:pt x="103141" y="3681642"/>
                  </a:lnTo>
                  <a:lnTo>
                    <a:pt x="125729" y="3697859"/>
                  </a:lnTo>
                  <a:lnTo>
                    <a:pt x="135354" y="3707129"/>
                  </a:lnTo>
                  <a:lnTo>
                    <a:pt x="144289" y="3717163"/>
                  </a:lnTo>
                  <a:lnTo>
                    <a:pt x="153374" y="3727005"/>
                  </a:lnTo>
                  <a:lnTo>
                    <a:pt x="163449" y="3735704"/>
                  </a:lnTo>
                  <a:lnTo>
                    <a:pt x="186067" y="3749581"/>
                  </a:lnTo>
                  <a:lnTo>
                    <a:pt x="206697" y="3758422"/>
                  </a:lnTo>
                  <a:lnTo>
                    <a:pt x="227705" y="3765333"/>
                  </a:lnTo>
                  <a:lnTo>
                    <a:pt x="251460" y="3773424"/>
                  </a:lnTo>
                  <a:lnTo>
                    <a:pt x="298955" y="3791461"/>
                  </a:lnTo>
                  <a:lnTo>
                    <a:pt x="333184" y="3811143"/>
                  </a:lnTo>
                  <a:lnTo>
                    <a:pt x="342349" y="3817893"/>
                  </a:lnTo>
                  <a:lnTo>
                    <a:pt x="352043" y="3823716"/>
                  </a:lnTo>
                  <a:lnTo>
                    <a:pt x="361270" y="3827359"/>
                  </a:lnTo>
                  <a:lnTo>
                    <a:pt x="370903" y="3830002"/>
                  </a:lnTo>
                  <a:lnTo>
                    <a:pt x="380536" y="3832645"/>
                  </a:lnTo>
                  <a:lnTo>
                    <a:pt x="389763" y="3836289"/>
                  </a:lnTo>
                  <a:lnTo>
                    <a:pt x="419661" y="3852074"/>
                  </a:lnTo>
                  <a:lnTo>
                    <a:pt x="430766" y="3859562"/>
                  </a:lnTo>
                  <a:lnTo>
                    <a:pt x="430529" y="3861651"/>
                  </a:lnTo>
                  <a:lnTo>
                    <a:pt x="426402" y="3861241"/>
                  </a:lnTo>
                  <a:lnTo>
                    <a:pt x="425838" y="3861231"/>
                  </a:lnTo>
                  <a:lnTo>
                    <a:pt x="436286" y="3864520"/>
                  </a:lnTo>
                  <a:lnTo>
                    <a:pt x="465200" y="3874008"/>
                  </a:lnTo>
                  <a:lnTo>
                    <a:pt x="493779" y="3872097"/>
                  </a:lnTo>
                  <a:lnTo>
                    <a:pt x="550936" y="3868275"/>
                  </a:lnTo>
                  <a:lnTo>
                    <a:pt x="586475" y="3854469"/>
                  </a:lnTo>
                  <a:lnTo>
                    <a:pt x="596165" y="3832252"/>
                  </a:lnTo>
                  <a:lnTo>
                    <a:pt x="603504" y="3823716"/>
                  </a:lnTo>
                  <a:lnTo>
                    <a:pt x="648958" y="3799856"/>
                  </a:lnTo>
                  <a:lnTo>
                    <a:pt x="669788" y="3796119"/>
                  </a:lnTo>
                  <a:lnTo>
                    <a:pt x="676692" y="3799283"/>
                  </a:lnTo>
                  <a:lnTo>
                    <a:pt x="680368" y="3796125"/>
                  </a:lnTo>
                  <a:lnTo>
                    <a:pt x="691514" y="3773424"/>
                  </a:lnTo>
                </a:path>
              </a:pathLst>
            </a:custGeom>
            <a:noFill/>
            <a:ln cap="flat" cmpd="sng" w="57900">
              <a:solidFill>
                <a:srgbClr val="FFFF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pic>
          <p:nvPicPr>
            <p:cNvPr id="332" name="Google Shape;332;p11"/>
            <p:cNvPicPr preferRelativeResize="0"/>
            <p:nvPr/>
          </p:nvPicPr>
          <p:blipFill rotWithShape="1">
            <a:blip r:embed="rId37">
              <a:alphaModFix/>
            </a:blip>
            <a:srcRect b="0" l="0" r="0" t="0"/>
            <a:stretch/>
          </p:blipFill>
          <p:spPr>
            <a:xfrm>
              <a:off x="3797808" y="4945379"/>
              <a:ext cx="588276" cy="1071384"/>
            </a:xfrm>
            <a:prstGeom prst="rect">
              <a:avLst/>
            </a:prstGeom>
            <a:noFill/>
            <a:ln>
              <a:noFill/>
            </a:ln>
          </p:spPr>
        </p:pic>
        <p:pic>
          <p:nvPicPr>
            <p:cNvPr id="333" name="Google Shape;333;p11"/>
            <p:cNvPicPr preferRelativeResize="0"/>
            <p:nvPr/>
          </p:nvPicPr>
          <p:blipFill rotWithShape="1">
            <a:blip r:embed="rId38">
              <a:alphaModFix/>
            </a:blip>
            <a:srcRect b="0" l="0" r="0" t="0"/>
            <a:stretch/>
          </p:blipFill>
          <p:spPr>
            <a:xfrm>
              <a:off x="3851147" y="4969764"/>
              <a:ext cx="486155" cy="979932"/>
            </a:xfrm>
            <a:prstGeom prst="rect">
              <a:avLst/>
            </a:prstGeom>
            <a:noFill/>
            <a:ln>
              <a:noFill/>
            </a:ln>
          </p:spPr>
        </p:pic>
        <p:sp>
          <p:nvSpPr>
            <p:cNvPr id="334" name="Google Shape;334;p11"/>
            <p:cNvSpPr/>
            <p:nvPr/>
          </p:nvSpPr>
          <p:spPr>
            <a:xfrm>
              <a:off x="3851147" y="4969764"/>
              <a:ext cx="486409" cy="980440"/>
            </a:xfrm>
            <a:custGeom>
              <a:rect b="b" l="l" r="r" t="t"/>
              <a:pathLst>
                <a:path extrusionOk="0" h="980439" w="486410">
                  <a:moveTo>
                    <a:pt x="0" y="736854"/>
                  </a:moveTo>
                  <a:lnTo>
                    <a:pt x="121538" y="736854"/>
                  </a:lnTo>
                  <a:lnTo>
                    <a:pt x="121538" y="0"/>
                  </a:lnTo>
                  <a:lnTo>
                    <a:pt x="364616" y="0"/>
                  </a:lnTo>
                  <a:lnTo>
                    <a:pt x="364616" y="736854"/>
                  </a:lnTo>
                  <a:lnTo>
                    <a:pt x="486155" y="736854"/>
                  </a:lnTo>
                  <a:lnTo>
                    <a:pt x="243077" y="979932"/>
                  </a:lnTo>
                  <a:lnTo>
                    <a:pt x="0" y="736854"/>
                  </a:lnTo>
                  <a:close/>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335" name="Google Shape;335;p11"/>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336" name="Google Shape;336;p11"/>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2"/>
          <p:cNvSpPr/>
          <p:nvPr/>
        </p:nvSpPr>
        <p:spPr>
          <a:xfrm>
            <a:off x="7690" y="130175"/>
            <a:ext cx="4610100" cy="304800"/>
          </a:xfrm>
          <a:custGeom>
            <a:rect b="b" l="l" r="r" t="t"/>
            <a:pathLst>
              <a:path extrusionOk="0" h="836930" w="9144000">
                <a:moveTo>
                  <a:pt x="0" y="836676"/>
                </a:moveTo>
                <a:lnTo>
                  <a:pt x="9144000" y="836676"/>
                </a:lnTo>
                <a:lnTo>
                  <a:pt x="9144000" y="0"/>
                </a:lnTo>
                <a:lnTo>
                  <a:pt x="0" y="0"/>
                </a:lnTo>
                <a:lnTo>
                  <a:pt x="0" y="836676"/>
                </a:lnTo>
                <a:close/>
              </a:path>
            </a:pathLst>
          </a:custGeom>
          <a:solidFill>
            <a:srgbClr val="F2F2F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342" name="Google Shape;342;p12"/>
          <p:cNvSpPr txBox="1"/>
          <p:nvPr>
            <p:ph type="title"/>
          </p:nvPr>
        </p:nvSpPr>
        <p:spPr>
          <a:xfrm>
            <a:off x="1447219" y="87198"/>
            <a:ext cx="1715662" cy="347777"/>
          </a:xfrm>
          <a:prstGeom prst="rect">
            <a:avLst/>
          </a:prstGeom>
          <a:noFill/>
          <a:ln>
            <a:noFill/>
          </a:ln>
        </p:spPr>
        <p:txBody>
          <a:bodyPr anchorCtr="0" anchor="t" bIns="0" lIns="0" spcFirstLastPara="1" rIns="0" wrap="square" tIns="6400">
            <a:spAutoFit/>
          </a:bodyPr>
          <a:lstStyle/>
          <a:p>
            <a:pPr indent="0" lvl="0" marL="6403" rtl="0" algn="l">
              <a:spcBef>
                <a:spcPts val="0"/>
              </a:spcBef>
              <a:spcAft>
                <a:spcPts val="0"/>
              </a:spcAft>
              <a:buNone/>
            </a:pPr>
            <a:r>
              <a:rPr b="1" lang="en-US" sz="2218">
                <a:solidFill>
                  <a:schemeClr val="accent1"/>
                </a:solidFill>
                <a:latin typeface="Calibri"/>
                <a:ea typeface="Calibri"/>
                <a:cs typeface="Calibri"/>
                <a:sym typeface="Calibri"/>
              </a:rPr>
              <a:t>Characteristics</a:t>
            </a:r>
            <a:endParaRPr sz="2218">
              <a:solidFill>
                <a:schemeClr val="accent1"/>
              </a:solidFill>
              <a:latin typeface="Calibri"/>
              <a:ea typeface="Calibri"/>
              <a:cs typeface="Calibri"/>
              <a:sym typeface="Calibri"/>
            </a:endParaRPr>
          </a:p>
        </p:txBody>
      </p:sp>
      <p:sp>
        <p:nvSpPr>
          <p:cNvPr id="343" name="Google Shape;343;p12"/>
          <p:cNvSpPr txBox="1"/>
          <p:nvPr/>
        </p:nvSpPr>
        <p:spPr>
          <a:xfrm>
            <a:off x="75657" y="534459"/>
            <a:ext cx="3817419" cy="254998"/>
          </a:xfrm>
          <a:prstGeom prst="rect">
            <a:avLst/>
          </a:prstGeom>
          <a:noFill/>
          <a:ln>
            <a:noFill/>
          </a:ln>
        </p:spPr>
        <p:txBody>
          <a:bodyPr anchorCtr="0" anchor="t" bIns="0" lIns="0" spcFirstLastPara="1" rIns="0" wrap="square" tIns="6700">
            <a:spAutoFit/>
          </a:bodyPr>
          <a:lstStyle/>
          <a:p>
            <a:pPr indent="0" lvl="0" marL="6403" marR="0" rtl="0" algn="l">
              <a:spcBef>
                <a:spcPts val="0"/>
              </a:spcBef>
              <a:spcAft>
                <a:spcPts val="0"/>
              </a:spcAft>
              <a:buNone/>
            </a:pPr>
            <a:r>
              <a:rPr b="1" lang="en-US" sz="1612">
                <a:solidFill>
                  <a:srgbClr val="FF0000"/>
                </a:solidFill>
                <a:latin typeface="Calibri"/>
                <a:ea typeface="Calibri"/>
                <a:cs typeface="Calibri"/>
                <a:sym typeface="Calibri"/>
              </a:rPr>
              <a:t>Technical Problems	Complex Problems</a:t>
            </a:r>
            <a:endParaRPr sz="1612">
              <a:solidFill>
                <a:schemeClr val="dk1"/>
              </a:solidFill>
              <a:latin typeface="Calibri"/>
              <a:ea typeface="Calibri"/>
              <a:cs typeface="Calibri"/>
              <a:sym typeface="Calibri"/>
            </a:endParaRPr>
          </a:p>
        </p:txBody>
      </p:sp>
      <p:sp>
        <p:nvSpPr>
          <p:cNvPr id="344" name="Google Shape;344;p12"/>
          <p:cNvSpPr txBox="1"/>
          <p:nvPr/>
        </p:nvSpPr>
        <p:spPr>
          <a:xfrm>
            <a:off x="2290644" y="801921"/>
            <a:ext cx="2257668" cy="2148806"/>
          </a:xfrm>
          <a:prstGeom prst="rect">
            <a:avLst/>
          </a:prstGeom>
          <a:noFill/>
          <a:ln>
            <a:noFill/>
          </a:ln>
        </p:spPr>
        <p:txBody>
          <a:bodyPr anchorCtr="0" anchor="t" bIns="0" lIns="0" spcFirstLastPara="1" rIns="0" wrap="square" tIns="40000">
            <a:spAutoFit/>
          </a:bodyPr>
          <a:lstStyle/>
          <a:p>
            <a:pPr indent="-172890" lvl="0" marL="179294" marR="0" rtl="0" algn="l">
              <a:spcBef>
                <a:spcPts val="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No definitive problem boundary</a:t>
            </a:r>
            <a:endParaRPr sz="1100">
              <a:solidFill>
                <a:schemeClr val="dk1"/>
              </a:solidFill>
              <a:latin typeface="Calibri"/>
              <a:ea typeface="Calibri"/>
              <a:cs typeface="Calibri"/>
              <a:sym typeface="Calibri"/>
            </a:endParaRPr>
          </a:p>
          <a:p>
            <a:pPr indent="-172890" lvl="0" marL="179294" marR="0" rtl="0" algn="l">
              <a:spcBef>
                <a:spcPts val="265"/>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Relatively unique or unprecedented</a:t>
            </a:r>
            <a:endParaRPr sz="1100">
              <a:solidFill>
                <a:schemeClr val="dk1"/>
              </a:solidFill>
              <a:latin typeface="Calibri"/>
              <a:ea typeface="Calibri"/>
              <a:cs typeface="Calibri"/>
              <a:sym typeface="Calibri"/>
            </a:endParaRPr>
          </a:p>
          <a:p>
            <a:pPr indent="-172890" lvl="0" marL="179294" marR="317926" rtl="0" algn="l">
              <a:spcBef>
                <a:spcPts val="267"/>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Unstable and/or unpredictable  problem parameters</a:t>
            </a:r>
            <a:endParaRPr sz="1100">
              <a:solidFill>
                <a:schemeClr val="dk1"/>
              </a:solidFill>
              <a:latin typeface="Calibri"/>
              <a:ea typeface="Calibri"/>
              <a:cs typeface="Calibri"/>
              <a:sym typeface="Calibri"/>
            </a:endParaRPr>
          </a:p>
          <a:p>
            <a:pPr indent="-172890" lvl="0" marL="179294" marR="360828" rtl="0" algn="l">
              <a:spcBef>
                <a:spcPts val="267"/>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No bounded set of alternative  solutions</a:t>
            </a:r>
            <a:endParaRPr sz="1100">
              <a:solidFill>
                <a:schemeClr val="dk1"/>
              </a:solidFill>
              <a:latin typeface="Calibri"/>
              <a:ea typeface="Calibri"/>
              <a:cs typeface="Calibri"/>
              <a:sym typeface="Calibri"/>
            </a:endParaRPr>
          </a:p>
          <a:p>
            <a:pPr indent="-172890" lvl="0" marL="179294" marR="25934" rtl="0" algn="l">
              <a:spcBef>
                <a:spcPts val="267"/>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Multiple stakeholders with different  views or interest</a:t>
            </a:r>
            <a:endParaRPr sz="1100">
              <a:solidFill>
                <a:schemeClr val="dk1"/>
              </a:solidFill>
              <a:latin typeface="Calibri"/>
              <a:ea typeface="Calibri"/>
              <a:cs typeface="Calibri"/>
              <a:sym typeface="Calibri"/>
            </a:endParaRPr>
          </a:p>
          <a:p>
            <a:pPr indent="-172890" lvl="0" marL="179294" marR="2561" rtl="0" algn="l">
              <a:spcBef>
                <a:spcPts val="267"/>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No single optimal and/or objectively  testable solution</a:t>
            </a:r>
            <a:endParaRPr sz="1100">
              <a:solidFill>
                <a:schemeClr val="dk1"/>
              </a:solidFill>
              <a:latin typeface="Calibri"/>
              <a:ea typeface="Calibri"/>
              <a:cs typeface="Calibri"/>
              <a:sym typeface="Calibri"/>
            </a:endParaRPr>
          </a:p>
          <a:p>
            <a:pPr indent="-172890" lvl="0" marL="179294" marR="0" rtl="0" algn="l">
              <a:spcBef>
                <a:spcPts val="265"/>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No clear stopping point</a:t>
            </a:r>
            <a:endParaRPr sz="1100">
              <a:solidFill>
                <a:schemeClr val="dk1"/>
              </a:solidFill>
              <a:latin typeface="Calibri"/>
              <a:ea typeface="Calibri"/>
              <a:cs typeface="Calibri"/>
              <a:sym typeface="Calibri"/>
            </a:endParaRPr>
          </a:p>
        </p:txBody>
      </p:sp>
      <p:sp>
        <p:nvSpPr>
          <p:cNvPr id="345" name="Google Shape;345;p12"/>
          <p:cNvSpPr txBox="1"/>
          <p:nvPr/>
        </p:nvSpPr>
        <p:spPr>
          <a:xfrm>
            <a:off x="75657" y="801729"/>
            <a:ext cx="2112002" cy="2109042"/>
          </a:xfrm>
          <a:prstGeom prst="rect">
            <a:avLst/>
          </a:prstGeom>
          <a:noFill/>
          <a:ln>
            <a:noFill/>
          </a:ln>
        </p:spPr>
        <p:txBody>
          <a:bodyPr anchorCtr="0" anchor="t" bIns="0" lIns="0" spcFirstLastPara="1" rIns="0" wrap="square" tIns="23350">
            <a:spAutoFit/>
          </a:bodyPr>
          <a:lstStyle/>
          <a:p>
            <a:pPr indent="-173210" lvl="0" marL="179294" marR="0" rtl="0" algn="l">
              <a:spcBef>
                <a:spcPts val="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Isolatable boundable problem</a:t>
            </a:r>
            <a:endParaRPr sz="1100">
              <a:solidFill>
                <a:schemeClr val="dk1"/>
              </a:solidFill>
              <a:latin typeface="Calibri"/>
              <a:ea typeface="Calibri"/>
              <a:cs typeface="Calibri"/>
              <a:sym typeface="Calibri"/>
            </a:endParaRPr>
          </a:p>
          <a:p>
            <a:pPr indent="-173210" lvl="0" marL="179294" marR="0" rtl="0" algn="l">
              <a:spcBef>
                <a:spcPts val="131"/>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Universally similar type</a:t>
            </a:r>
            <a:endParaRPr sz="1100">
              <a:solidFill>
                <a:schemeClr val="dk1"/>
              </a:solidFill>
              <a:latin typeface="Calibri"/>
              <a:ea typeface="Calibri"/>
              <a:cs typeface="Calibri"/>
              <a:sym typeface="Calibri"/>
            </a:endParaRPr>
          </a:p>
          <a:p>
            <a:pPr indent="-173210" lvl="0" marL="179294" marR="476088" rtl="0" algn="l">
              <a:lnSpc>
                <a:spcPct val="109090"/>
              </a:lnSpc>
              <a:spcBef>
                <a:spcPts val="285"/>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Stable and/or predictable  problem parameters</a:t>
            </a:r>
            <a:endParaRPr sz="1100">
              <a:solidFill>
                <a:schemeClr val="dk1"/>
              </a:solidFill>
              <a:latin typeface="Calibri"/>
              <a:ea typeface="Calibri"/>
              <a:cs typeface="Calibri"/>
              <a:sym typeface="Calibri"/>
            </a:endParaRPr>
          </a:p>
          <a:p>
            <a:pPr indent="-173210" lvl="0" marL="179294" marR="0" rtl="0" algn="l">
              <a:lnSpc>
                <a:spcPct val="115090"/>
              </a:lnSpc>
              <a:spcBef>
                <a:spcPts val="113"/>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Limited set of alternative</a:t>
            </a:r>
            <a:endParaRPr sz="1100">
              <a:solidFill>
                <a:schemeClr val="dk1"/>
              </a:solidFill>
              <a:latin typeface="Calibri"/>
              <a:ea typeface="Calibri"/>
              <a:cs typeface="Calibri"/>
              <a:sym typeface="Calibri"/>
            </a:endParaRPr>
          </a:p>
          <a:p>
            <a:pPr indent="0" lvl="0" marL="179294" marR="0" rtl="0" algn="l">
              <a:lnSpc>
                <a:spcPct val="115090"/>
              </a:lnSpc>
              <a:spcBef>
                <a:spcPts val="0"/>
              </a:spcBef>
              <a:spcAft>
                <a:spcPts val="0"/>
              </a:spcAft>
              <a:buNone/>
            </a:pPr>
            <a:r>
              <a:rPr lang="en-US" sz="1100">
                <a:solidFill>
                  <a:schemeClr val="dk1"/>
                </a:solidFill>
                <a:latin typeface="Calibri"/>
                <a:ea typeface="Calibri"/>
                <a:cs typeface="Calibri"/>
                <a:sym typeface="Calibri"/>
              </a:rPr>
              <a:t>solutions</a:t>
            </a:r>
            <a:endParaRPr sz="1100">
              <a:solidFill>
                <a:schemeClr val="dk1"/>
              </a:solidFill>
              <a:latin typeface="Calibri"/>
              <a:ea typeface="Calibri"/>
              <a:cs typeface="Calibri"/>
              <a:sym typeface="Calibri"/>
            </a:endParaRPr>
          </a:p>
          <a:p>
            <a:pPr indent="-173210" lvl="0" marL="179294" marR="275344" rtl="0" algn="l">
              <a:lnSpc>
                <a:spcPct val="109090"/>
              </a:lnSpc>
              <a:spcBef>
                <a:spcPts val="282"/>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Involve few or homogeneous  stakeholders</a:t>
            </a:r>
            <a:endParaRPr sz="1100">
              <a:solidFill>
                <a:schemeClr val="dk1"/>
              </a:solidFill>
              <a:latin typeface="Calibri"/>
              <a:ea typeface="Calibri"/>
              <a:cs typeface="Calibri"/>
              <a:sym typeface="Calibri"/>
            </a:endParaRPr>
          </a:p>
          <a:p>
            <a:pPr indent="-173210" lvl="0" marL="179294" marR="382600" rtl="0" algn="l">
              <a:lnSpc>
                <a:spcPct val="109090"/>
              </a:lnSpc>
              <a:spcBef>
                <a:spcPts val="262"/>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Single optimal and testable  solutions</a:t>
            </a:r>
            <a:endParaRPr sz="1100">
              <a:solidFill>
                <a:schemeClr val="dk1"/>
              </a:solidFill>
              <a:latin typeface="Calibri"/>
              <a:ea typeface="Calibri"/>
              <a:cs typeface="Calibri"/>
              <a:sym typeface="Calibri"/>
            </a:endParaRPr>
          </a:p>
          <a:p>
            <a:pPr indent="-173210" lvl="0" marL="179294" marR="218354" rtl="0" algn="l">
              <a:lnSpc>
                <a:spcPct val="109090"/>
              </a:lnSpc>
              <a:spcBef>
                <a:spcPts val="262"/>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Single optimal solution can be  clearly recognised</a:t>
            </a:r>
            <a:endParaRPr sz="1100">
              <a:solidFill>
                <a:schemeClr val="dk1"/>
              </a:solidFill>
              <a:latin typeface="Calibri"/>
              <a:ea typeface="Calibri"/>
              <a:cs typeface="Calibri"/>
              <a:sym typeface="Calibri"/>
            </a:endParaRPr>
          </a:p>
        </p:txBody>
      </p:sp>
      <p:sp>
        <p:nvSpPr>
          <p:cNvPr id="346" name="Google Shape;346;p12"/>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347" name="Google Shape;347;p12"/>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grpSp>
        <p:nvGrpSpPr>
          <p:cNvPr id="352" name="Google Shape;352;p13"/>
          <p:cNvGrpSpPr/>
          <p:nvPr/>
        </p:nvGrpSpPr>
        <p:grpSpPr>
          <a:xfrm>
            <a:off x="163658" y="1105694"/>
            <a:ext cx="1965438" cy="1416094"/>
            <a:chOff x="324611" y="2189963"/>
            <a:chExt cx="3898391" cy="2808781"/>
          </a:xfrm>
        </p:grpSpPr>
        <p:pic>
          <p:nvPicPr>
            <p:cNvPr id="353" name="Google Shape;353;p13"/>
            <p:cNvPicPr preferRelativeResize="0"/>
            <p:nvPr/>
          </p:nvPicPr>
          <p:blipFill rotWithShape="1">
            <a:blip r:embed="rId3">
              <a:alphaModFix/>
            </a:blip>
            <a:srcRect b="0" l="0" r="0" t="0"/>
            <a:stretch/>
          </p:blipFill>
          <p:spPr>
            <a:xfrm>
              <a:off x="429760" y="2189963"/>
              <a:ext cx="3599703" cy="2808781"/>
            </a:xfrm>
            <a:prstGeom prst="rect">
              <a:avLst/>
            </a:prstGeom>
            <a:noFill/>
            <a:ln>
              <a:noFill/>
            </a:ln>
          </p:spPr>
        </p:pic>
        <p:pic>
          <p:nvPicPr>
            <p:cNvPr id="354" name="Google Shape;354;p13"/>
            <p:cNvPicPr preferRelativeResize="0"/>
            <p:nvPr/>
          </p:nvPicPr>
          <p:blipFill rotWithShape="1">
            <a:blip r:embed="rId4">
              <a:alphaModFix/>
            </a:blip>
            <a:srcRect b="0" l="0" r="0" t="0"/>
            <a:stretch/>
          </p:blipFill>
          <p:spPr>
            <a:xfrm>
              <a:off x="324611" y="2458211"/>
              <a:ext cx="3898391" cy="2397252"/>
            </a:xfrm>
            <a:prstGeom prst="rect">
              <a:avLst/>
            </a:prstGeom>
            <a:noFill/>
            <a:ln>
              <a:noFill/>
            </a:ln>
          </p:spPr>
        </p:pic>
        <p:sp>
          <p:nvSpPr>
            <p:cNvPr id="355" name="Google Shape;355;p13"/>
            <p:cNvSpPr/>
            <p:nvPr/>
          </p:nvSpPr>
          <p:spPr>
            <a:xfrm>
              <a:off x="467867" y="2205228"/>
              <a:ext cx="3528060" cy="2737485"/>
            </a:xfrm>
            <a:custGeom>
              <a:rect b="b" l="l" r="r" t="t"/>
              <a:pathLst>
                <a:path extrusionOk="0" h="2737485" w="3528060">
                  <a:moveTo>
                    <a:pt x="3528059" y="0"/>
                  </a:moveTo>
                  <a:lnTo>
                    <a:pt x="0" y="0"/>
                  </a:lnTo>
                  <a:lnTo>
                    <a:pt x="0" y="2737104"/>
                  </a:lnTo>
                  <a:lnTo>
                    <a:pt x="3528059" y="2737104"/>
                  </a:lnTo>
                  <a:lnTo>
                    <a:pt x="3528059"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356" name="Google Shape;356;p13"/>
          <p:cNvSpPr txBox="1"/>
          <p:nvPr/>
        </p:nvSpPr>
        <p:spPr>
          <a:xfrm>
            <a:off x="235884" y="1113389"/>
            <a:ext cx="1762079" cy="1188157"/>
          </a:xfrm>
          <a:prstGeom prst="rect">
            <a:avLst/>
          </a:prstGeom>
          <a:noFill/>
          <a:ln>
            <a:noFill/>
          </a:ln>
        </p:spPr>
        <p:txBody>
          <a:bodyPr anchorCtr="0" anchor="t" bIns="0" lIns="0" spcFirstLastPara="1" rIns="0" wrap="square" tIns="1275">
            <a:spAutoFit/>
          </a:bodyPr>
          <a:lstStyle/>
          <a:p>
            <a:pPr indent="0" lvl="0" marL="0" marR="0" rtl="0" algn="l">
              <a:spcBef>
                <a:spcPts val="0"/>
              </a:spcBef>
              <a:spcAft>
                <a:spcPts val="0"/>
              </a:spcAft>
              <a:buNone/>
            </a:pPr>
            <a:r>
              <a:t/>
            </a:r>
            <a:endParaRPr sz="1261">
              <a:solidFill>
                <a:schemeClr val="dk1"/>
              </a:solidFill>
              <a:latin typeface="Times New Roman"/>
              <a:ea typeface="Times New Roman"/>
              <a:cs typeface="Times New Roman"/>
              <a:sym typeface="Times New Roman"/>
            </a:endParaRPr>
          </a:p>
          <a:p>
            <a:pPr indent="0" lvl="0" marL="72038" marR="67875" rtl="0" algn="ctr">
              <a:spcBef>
                <a:spcPts val="0"/>
              </a:spcBef>
              <a:spcAft>
                <a:spcPts val="0"/>
              </a:spcAft>
              <a:buNone/>
            </a:pPr>
            <a:r>
              <a:rPr b="1" lang="en-US" sz="1612">
                <a:solidFill>
                  <a:srgbClr val="FFFFFF"/>
                </a:solidFill>
                <a:latin typeface="Calibri"/>
                <a:ea typeface="Calibri"/>
                <a:cs typeface="Calibri"/>
                <a:sym typeface="Calibri"/>
              </a:rPr>
              <a:t>Scientific/Technical  Problems</a:t>
            </a:r>
            <a:endParaRPr sz="1612">
              <a:solidFill>
                <a:schemeClr val="dk1"/>
              </a:solidFill>
              <a:latin typeface="Calibri"/>
              <a:ea typeface="Calibri"/>
              <a:cs typeface="Calibri"/>
              <a:sym typeface="Calibri"/>
            </a:endParaRPr>
          </a:p>
          <a:p>
            <a:pPr indent="0" lvl="0" marL="237884" marR="235322" rtl="0" algn="ctr">
              <a:spcBef>
                <a:spcPts val="3"/>
              </a:spcBef>
              <a:spcAft>
                <a:spcPts val="0"/>
              </a:spcAft>
              <a:buNone/>
            </a:pPr>
            <a:r>
              <a:rPr b="1" lang="en-US" sz="1612">
                <a:solidFill>
                  <a:srgbClr val="FFFFFF"/>
                </a:solidFill>
                <a:latin typeface="Calibri"/>
                <a:ea typeface="Calibri"/>
                <a:cs typeface="Calibri"/>
                <a:sym typeface="Calibri"/>
              </a:rPr>
              <a:t>can combine to  form</a:t>
            </a:r>
            <a:endParaRPr sz="1612">
              <a:solidFill>
                <a:schemeClr val="dk1"/>
              </a:solidFill>
              <a:latin typeface="Calibri"/>
              <a:ea typeface="Calibri"/>
              <a:cs typeface="Calibri"/>
              <a:sym typeface="Calibri"/>
            </a:endParaRPr>
          </a:p>
        </p:txBody>
      </p:sp>
      <p:grpSp>
        <p:nvGrpSpPr>
          <p:cNvPr id="357" name="Google Shape;357;p13"/>
          <p:cNvGrpSpPr/>
          <p:nvPr/>
        </p:nvGrpSpPr>
        <p:grpSpPr>
          <a:xfrm>
            <a:off x="2576274" y="1105694"/>
            <a:ext cx="1851731" cy="1416094"/>
            <a:chOff x="5109964" y="2189963"/>
            <a:chExt cx="3672855" cy="2808781"/>
          </a:xfrm>
        </p:grpSpPr>
        <p:pic>
          <p:nvPicPr>
            <p:cNvPr id="358" name="Google Shape;358;p13"/>
            <p:cNvPicPr preferRelativeResize="0"/>
            <p:nvPr/>
          </p:nvPicPr>
          <p:blipFill rotWithShape="1">
            <a:blip r:embed="rId5">
              <a:alphaModFix/>
            </a:blip>
            <a:srcRect b="0" l="0" r="0" t="0"/>
            <a:stretch/>
          </p:blipFill>
          <p:spPr>
            <a:xfrm>
              <a:off x="5109964" y="2189963"/>
              <a:ext cx="3672855" cy="2808781"/>
            </a:xfrm>
            <a:prstGeom prst="rect">
              <a:avLst/>
            </a:prstGeom>
            <a:noFill/>
            <a:ln>
              <a:noFill/>
            </a:ln>
          </p:spPr>
        </p:pic>
        <p:sp>
          <p:nvSpPr>
            <p:cNvPr id="359" name="Google Shape;359;p13"/>
            <p:cNvSpPr/>
            <p:nvPr/>
          </p:nvSpPr>
          <p:spPr>
            <a:xfrm>
              <a:off x="5148071" y="2205228"/>
              <a:ext cx="3601720" cy="2737485"/>
            </a:xfrm>
            <a:custGeom>
              <a:rect b="b" l="l" r="r" t="t"/>
              <a:pathLst>
                <a:path extrusionOk="0" h="2737485" w="3601720">
                  <a:moveTo>
                    <a:pt x="3601212" y="0"/>
                  </a:moveTo>
                  <a:lnTo>
                    <a:pt x="0" y="0"/>
                  </a:lnTo>
                  <a:lnTo>
                    <a:pt x="0" y="2737104"/>
                  </a:lnTo>
                  <a:lnTo>
                    <a:pt x="3601212" y="2737104"/>
                  </a:lnTo>
                  <a:lnTo>
                    <a:pt x="3601212"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360" name="Google Shape;360;p13"/>
            <p:cNvSpPr/>
            <p:nvPr/>
          </p:nvSpPr>
          <p:spPr>
            <a:xfrm>
              <a:off x="5148071" y="2205228"/>
              <a:ext cx="3601720" cy="2737485"/>
            </a:xfrm>
            <a:custGeom>
              <a:rect b="b" l="l" r="r" t="t"/>
              <a:pathLst>
                <a:path extrusionOk="0" h="2737485" w="3601720">
                  <a:moveTo>
                    <a:pt x="0" y="2737104"/>
                  </a:moveTo>
                  <a:lnTo>
                    <a:pt x="3601212" y="2737104"/>
                  </a:lnTo>
                  <a:lnTo>
                    <a:pt x="3601212" y="0"/>
                  </a:lnTo>
                  <a:lnTo>
                    <a:pt x="0" y="0"/>
                  </a:lnTo>
                  <a:lnTo>
                    <a:pt x="0" y="2737104"/>
                  </a:lnTo>
                  <a:close/>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361" name="Google Shape;361;p13"/>
          <p:cNvSpPr txBox="1"/>
          <p:nvPr/>
        </p:nvSpPr>
        <p:spPr>
          <a:xfrm>
            <a:off x="2743650" y="1538159"/>
            <a:ext cx="1520693" cy="503207"/>
          </a:xfrm>
          <a:prstGeom prst="rect">
            <a:avLst/>
          </a:prstGeom>
          <a:noFill/>
          <a:ln>
            <a:noFill/>
          </a:ln>
        </p:spPr>
        <p:txBody>
          <a:bodyPr anchorCtr="0" anchor="t" bIns="0" lIns="0" spcFirstLastPara="1" rIns="0" wrap="square" tIns="6700">
            <a:spAutoFit/>
          </a:bodyPr>
          <a:lstStyle/>
          <a:p>
            <a:pPr indent="0" lvl="0" marL="0" marR="0" rtl="0" algn="ctr">
              <a:spcBef>
                <a:spcPts val="0"/>
              </a:spcBef>
              <a:spcAft>
                <a:spcPts val="0"/>
              </a:spcAft>
              <a:buNone/>
            </a:pPr>
            <a:r>
              <a:rPr b="1" lang="en-US" sz="1612">
                <a:solidFill>
                  <a:srgbClr val="FFFFFF"/>
                </a:solidFill>
                <a:latin typeface="Calibri"/>
                <a:ea typeface="Calibri"/>
                <a:cs typeface="Calibri"/>
                <a:sym typeface="Calibri"/>
              </a:rPr>
              <a:t>A</a:t>
            </a:r>
            <a:endParaRPr sz="1612">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b="1" lang="en-US" sz="1612">
                <a:solidFill>
                  <a:srgbClr val="FFFFFF"/>
                </a:solidFill>
                <a:latin typeface="Calibri"/>
                <a:ea typeface="Calibri"/>
                <a:cs typeface="Calibri"/>
                <a:sym typeface="Calibri"/>
              </a:rPr>
              <a:t>Complex Problem</a:t>
            </a:r>
            <a:endParaRPr sz="1612">
              <a:solidFill>
                <a:schemeClr val="dk1"/>
              </a:solidFill>
              <a:latin typeface="Calibri"/>
              <a:ea typeface="Calibri"/>
              <a:cs typeface="Calibri"/>
              <a:sym typeface="Calibri"/>
            </a:endParaRPr>
          </a:p>
        </p:txBody>
      </p:sp>
      <p:grpSp>
        <p:nvGrpSpPr>
          <p:cNvPr id="362" name="Google Shape;362;p13"/>
          <p:cNvGrpSpPr/>
          <p:nvPr/>
        </p:nvGrpSpPr>
        <p:grpSpPr>
          <a:xfrm>
            <a:off x="1990795" y="1751114"/>
            <a:ext cx="648487" cy="296589"/>
            <a:chOff x="3948684" y="3470135"/>
            <a:chExt cx="1286256" cy="588276"/>
          </a:xfrm>
        </p:grpSpPr>
        <p:pic>
          <p:nvPicPr>
            <p:cNvPr id="363" name="Google Shape;363;p13"/>
            <p:cNvPicPr preferRelativeResize="0"/>
            <p:nvPr/>
          </p:nvPicPr>
          <p:blipFill rotWithShape="1">
            <a:blip r:embed="rId6">
              <a:alphaModFix/>
            </a:blip>
            <a:srcRect b="0" l="0" r="0" t="0"/>
            <a:stretch/>
          </p:blipFill>
          <p:spPr>
            <a:xfrm>
              <a:off x="3948684" y="3470135"/>
              <a:ext cx="1286256" cy="588276"/>
            </a:xfrm>
            <a:prstGeom prst="rect">
              <a:avLst/>
            </a:prstGeom>
            <a:noFill/>
            <a:ln>
              <a:noFill/>
            </a:ln>
          </p:spPr>
        </p:pic>
        <p:sp>
          <p:nvSpPr>
            <p:cNvPr id="364" name="Google Shape;364;p13"/>
            <p:cNvSpPr/>
            <p:nvPr/>
          </p:nvSpPr>
          <p:spPr>
            <a:xfrm>
              <a:off x="3995928" y="3500628"/>
              <a:ext cx="1195070" cy="486409"/>
            </a:xfrm>
            <a:custGeom>
              <a:rect b="b" l="l" r="r" t="t"/>
              <a:pathLst>
                <a:path extrusionOk="0" h="486410" w="1195070">
                  <a:moveTo>
                    <a:pt x="951738" y="0"/>
                  </a:moveTo>
                  <a:lnTo>
                    <a:pt x="951738" y="121539"/>
                  </a:lnTo>
                  <a:lnTo>
                    <a:pt x="0" y="121539"/>
                  </a:lnTo>
                  <a:lnTo>
                    <a:pt x="0" y="364617"/>
                  </a:lnTo>
                  <a:lnTo>
                    <a:pt x="951738" y="364617"/>
                  </a:lnTo>
                  <a:lnTo>
                    <a:pt x="951738" y="486156"/>
                  </a:lnTo>
                  <a:lnTo>
                    <a:pt x="1194816" y="243078"/>
                  </a:lnTo>
                  <a:lnTo>
                    <a:pt x="951738" y="0"/>
                  </a:lnTo>
                  <a:close/>
                </a:path>
              </a:pathLst>
            </a:custGeom>
            <a:solidFill>
              <a:srgbClr val="FF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sp>
          <p:nvSpPr>
            <p:cNvPr id="365" name="Google Shape;365;p13"/>
            <p:cNvSpPr/>
            <p:nvPr/>
          </p:nvSpPr>
          <p:spPr>
            <a:xfrm>
              <a:off x="3995928" y="3500628"/>
              <a:ext cx="1195070" cy="486409"/>
            </a:xfrm>
            <a:custGeom>
              <a:rect b="b" l="l" r="r" t="t"/>
              <a:pathLst>
                <a:path extrusionOk="0" h="486410" w="1195070">
                  <a:moveTo>
                    <a:pt x="0" y="121539"/>
                  </a:moveTo>
                  <a:lnTo>
                    <a:pt x="951738" y="121539"/>
                  </a:lnTo>
                  <a:lnTo>
                    <a:pt x="951738" y="0"/>
                  </a:lnTo>
                  <a:lnTo>
                    <a:pt x="1194816" y="243078"/>
                  </a:lnTo>
                  <a:lnTo>
                    <a:pt x="951738" y="486156"/>
                  </a:lnTo>
                  <a:lnTo>
                    <a:pt x="951738" y="364617"/>
                  </a:lnTo>
                  <a:lnTo>
                    <a:pt x="0" y="364617"/>
                  </a:lnTo>
                  <a:lnTo>
                    <a:pt x="0" y="121539"/>
                  </a:lnTo>
                  <a:close/>
                </a:path>
              </a:pathLst>
            </a:custGeom>
            <a:noFill/>
            <a:ln cap="flat" cmpd="sng" w="952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8">
                <a:solidFill>
                  <a:schemeClr val="dk1"/>
                </a:solidFill>
                <a:latin typeface="Calibri"/>
                <a:ea typeface="Calibri"/>
                <a:cs typeface="Calibri"/>
                <a:sym typeface="Calibri"/>
              </a:endParaRPr>
            </a:p>
          </p:txBody>
        </p:sp>
      </p:grpSp>
      <p:sp>
        <p:nvSpPr>
          <p:cNvPr id="366" name="Google Shape;366;p13"/>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367" name="Google Shape;367;p13"/>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4"/>
          <p:cNvSpPr txBox="1"/>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marR="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Knowledge Profile</a:t>
            </a:r>
            <a:endParaRPr sz="1400">
              <a:solidFill>
                <a:schemeClr val="accent1"/>
              </a:solidFill>
              <a:latin typeface="Trebuchet MS"/>
              <a:ea typeface="Trebuchet MS"/>
              <a:cs typeface="Trebuchet MS"/>
              <a:sym typeface="Trebuchet MS"/>
            </a:endParaRPr>
          </a:p>
        </p:txBody>
      </p:sp>
      <p:pic>
        <p:nvPicPr>
          <p:cNvPr id="373" name="Google Shape;373;p14"/>
          <p:cNvPicPr preferRelativeResize="0"/>
          <p:nvPr/>
        </p:nvPicPr>
        <p:blipFill rotWithShape="1">
          <a:blip r:embed="rId3">
            <a:alphaModFix/>
          </a:blip>
          <a:srcRect b="0" l="0" r="0" t="0"/>
          <a:stretch/>
        </p:blipFill>
        <p:spPr>
          <a:xfrm>
            <a:off x="138706" y="650289"/>
            <a:ext cx="4330781" cy="2538420"/>
          </a:xfrm>
          <a:prstGeom prst="rect">
            <a:avLst/>
          </a:prstGeom>
          <a:noFill/>
          <a:ln>
            <a:noFill/>
          </a:ln>
        </p:spPr>
      </p:pic>
      <p:sp>
        <p:nvSpPr>
          <p:cNvPr id="374" name="Google Shape;374;p14"/>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375" name="Google Shape;375;p14"/>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15"/>
          <p:cNvSpPr txBox="1"/>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marR="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Knowledge Profile</a:t>
            </a:r>
            <a:endParaRPr sz="1400">
              <a:solidFill>
                <a:schemeClr val="accent1"/>
              </a:solidFill>
              <a:latin typeface="Trebuchet MS"/>
              <a:ea typeface="Trebuchet MS"/>
              <a:cs typeface="Trebuchet MS"/>
              <a:sym typeface="Trebuchet MS"/>
            </a:endParaRPr>
          </a:p>
        </p:txBody>
      </p:sp>
      <p:sp>
        <p:nvSpPr>
          <p:cNvPr id="381" name="Google Shape;381;p15"/>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382" name="Google Shape;382;p15"/>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graphicFrame>
        <p:nvGraphicFramePr>
          <p:cNvPr id="383" name="Google Shape;383;p15"/>
          <p:cNvGraphicFramePr/>
          <p:nvPr/>
        </p:nvGraphicFramePr>
        <p:xfrm>
          <a:off x="259638" y="793089"/>
          <a:ext cx="3000000" cy="3000000"/>
        </p:xfrm>
        <a:graphic>
          <a:graphicData uri="http://schemas.openxmlformats.org/drawingml/2006/table">
            <a:tbl>
              <a:tblPr bandRow="1" firstRow="1">
                <a:noFill/>
                <a:tableStyleId>{559593B9-404E-4DE5-8A90-D1F26E607C3E}</a:tableStyleId>
              </a:tblPr>
              <a:tblGrid>
                <a:gridCol w="332100"/>
                <a:gridCol w="3752225"/>
              </a:tblGrid>
              <a:tr h="245475">
                <a:tc>
                  <a:txBody>
                    <a:bodyPr/>
                    <a:lstStyle/>
                    <a:p>
                      <a:pPr indent="0" lvl="0" marL="75565" marR="0" rtl="0" algn="just">
                        <a:lnSpc>
                          <a:spcPct val="104999"/>
                        </a:lnSpc>
                        <a:spcBef>
                          <a:spcPts val="0"/>
                        </a:spcBef>
                        <a:spcAft>
                          <a:spcPts val="0"/>
                        </a:spcAft>
                        <a:buNone/>
                      </a:pPr>
                      <a:r>
                        <a:rPr lang="en-US" sz="800" u="none" cap="none" strike="noStrike">
                          <a:latin typeface="Helvetica Neue"/>
                          <a:ea typeface="Helvetica Neue"/>
                          <a:cs typeface="Helvetica Neue"/>
                          <a:sym typeface="Helvetica Neue"/>
                        </a:rPr>
                        <a:t>K1</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just">
                        <a:lnSpc>
                          <a:spcPct val="104375"/>
                        </a:lnSpc>
                        <a:spcBef>
                          <a:spcPts val="0"/>
                        </a:spcBef>
                        <a:spcAft>
                          <a:spcPts val="0"/>
                        </a:spcAft>
                        <a:buNone/>
                      </a:pPr>
                      <a:r>
                        <a:rPr lang="en-US" sz="800" u="none" cap="none" strike="noStrike">
                          <a:latin typeface="Helvetica Neue"/>
                          <a:ea typeface="Helvetica Neue"/>
                          <a:cs typeface="Helvetica Neue"/>
                          <a:sym typeface="Helvetica Neue"/>
                        </a:rPr>
                        <a:t>A systematic, theory-based understanding of the </a:t>
                      </a:r>
                      <a:r>
                        <a:rPr lang="en-US" sz="800" u="none" cap="none" strike="noStrike">
                          <a:solidFill>
                            <a:srgbClr val="BC1919"/>
                          </a:solidFill>
                          <a:latin typeface="Helvetica Neue"/>
                          <a:ea typeface="Helvetica Neue"/>
                          <a:cs typeface="Helvetica Neue"/>
                          <a:sym typeface="Helvetica Neue"/>
                        </a:rPr>
                        <a:t>natural sciences </a:t>
                      </a:r>
                      <a:r>
                        <a:rPr lang="en-US" sz="800" u="none" cap="none" strike="noStrike">
                          <a:latin typeface="Helvetica Neue"/>
                          <a:ea typeface="Helvetica Neue"/>
                          <a:cs typeface="Helvetica Neue"/>
                          <a:sym typeface="Helvetica Neue"/>
                        </a:rPr>
                        <a:t>applicable to</a:t>
                      </a:r>
                      <a:endParaRPr sz="800" u="none" cap="none" strike="noStrike">
                        <a:latin typeface="Helvetica Neue"/>
                        <a:ea typeface="Helvetica Neue"/>
                        <a:cs typeface="Helvetica Neue"/>
                        <a:sym typeface="Helvetica Neue"/>
                      </a:endParaRPr>
                    </a:p>
                    <a:p>
                      <a:pPr indent="0" lvl="0" marL="75565" marR="0" rtl="0" algn="just">
                        <a:lnSpc>
                          <a:spcPct val="119375"/>
                        </a:lnSpc>
                        <a:spcBef>
                          <a:spcPts val="0"/>
                        </a:spcBef>
                        <a:spcAft>
                          <a:spcPts val="0"/>
                        </a:spcAft>
                        <a:buNone/>
                      </a:pPr>
                      <a:r>
                        <a:rPr lang="en-US" sz="800" u="none" cap="none" strike="noStrike">
                          <a:latin typeface="Helvetica Neue"/>
                          <a:ea typeface="Helvetica Neue"/>
                          <a:cs typeface="Helvetica Neue"/>
                          <a:sym typeface="Helvetica Neue"/>
                        </a:rPr>
                        <a:t>the discipline</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650">
                <a:tc>
                  <a:txBody>
                    <a:bodyPr/>
                    <a:lstStyle/>
                    <a:p>
                      <a:pPr indent="0" lvl="0" marL="75565" marR="0" rtl="0" algn="just">
                        <a:lnSpc>
                          <a:spcPct val="104999"/>
                        </a:lnSpc>
                        <a:spcBef>
                          <a:spcPts val="0"/>
                        </a:spcBef>
                        <a:spcAft>
                          <a:spcPts val="0"/>
                        </a:spcAft>
                        <a:buNone/>
                      </a:pPr>
                      <a:r>
                        <a:rPr lang="en-US" sz="800" u="none" cap="none" strike="noStrike">
                          <a:latin typeface="Helvetica Neue"/>
                          <a:ea typeface="Helvetica Neue"/>
                          <a:cs typeface="Helvetica Neue"/>
                          <a:sym typeface="Helvetica Neue"/>
                        </a:rPr>
                        <a:t>K2</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just">
                        <a:lnSpc>
                          <a:spcPct val="104375"/>
                        </a:lnSpc>
                        <a:spcBef>
                          <a:spcPts val="0"/>
                        </a:spcBef>
                        <a:spcAft>
                          <a:spcPts val="0"/>
                        </a:spcAft>
                        <a:buNone/>
                      </a:pPr>
                      <a:r>
                        <a:rPr lang="en-US" sz="800" u="none" cap="none" strike="noStrike">
                          <a:latin typeface="Helvetica Neue"/>
                          <a:ea typeface="Helvetica Neue"/>
                          <a:cs typeface="Helvetica Neue"/>
                          <a:sym typeface="Helvetica Neue"/>
                        </a:rPr>
                        <a:t>Conceptually based </a:t>
                      </a:r>
                      <a:r>
                        <a:rPr lang="en-US" sz="800" u="none" cap="none" strike="noStrike">
                          <a:solidFill>
                            <a:srgbClr val="BC1919"/>
                          </a:solidFill>
                          <a:latin typeface="Helvetica Neue"/>
                          <a:ea typeface="Helvetica Neue"/>
                          <a:cs typeface="Helvetica Neue"/>
                          <a:sym typeface="Helvetica Neue"/>
                        </a:rPr>
                        <a:t>mathematics</a:t>
                      </a:r>
                      <a:r>
                        <a:rPr lang="en-US" sz="800" u="none" cap="none" strike="noStrike">
                          <a:latin typeface="Helvetica Neue"/>
                          <a:ea typeface="Helvetica Neue"/>
                          <a:cs typeface="Helvetica Neue"/>
                          <a:sym typeface="Helvetica Neue"/>
                        </a:rPr>
                        <a:t>, numerical analysis, statistics and the formal</a:t>
                      </a:r>
                      <a:endParaRPr sz="800" u="none" cap="none" strike="noStrike">
                        <a:latin typeface="Helvetica Neue"/>
                        <a:ea typeface="Helvetica Neue"/>
                        <a:cs typeface="Helvetica Neue"/>
                        <a:sym typeface="Helvetica Neue"/>
                      </a:endParaRPr>
                    </a:p>
                    <a:p>
                      <a:pPr indent="0" lvl="0" marL="75565" marR="67945" rtl="0" algn="just">
                        <a:lnSpc>
                          <a:spcPct val="118750"/>
                        </a:lnSpc>
                        <a:spcBef>
                          <a:spcPts val="30"/>
                        </a:spcBef>
                        <a:spcAft>
                          <a:spcPts val="0"/>
                        </a:spcAft>
                        <a:buNone/>
                      </a:pPr>
                      <a:r>
                        <a:rPr lang="en-US" sz="800" u="none" cap="none" strike="noStrike">
                          <a:latin typeface="Helvetica Neue"/>
                          <a:ea typeface="Helvetica Neue"/>
                          <a:cs typeface="Helvetica Neue"/>
                          <a:sym typeface="Helvetica Neue"/>
                        </a:rPr>
                        <a:t>aspects of computer and information science to support analysis and modeling  applicable to the discipline</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5450">
                <a:tc>
                  <a:txBody>
                    <a:bodyPr/>
                    <a:lstStyle/>
                    <a:p>
                      <a:pPr indent="0" lvl="0" marL="75565" marR="0" rtl="0" algn="just">
                        <a:lnSpc>
                          <a:spcPct val="104999"/>
                        </a:lnSpc>
                        <a:spcBef>
                          <a:spcPts val="0"/>
                        </a:spcBef>
                        <a:spcAft>
                          <a:spcPts val="0"/>
                        </a:spcAft>
                        <a:buNone/>
                      </a:pPr>
                      <a:r>
                        <a:rPr lang="en-US" sz="800" u="none" cap="none" strike="noStrike">
                          <a:latin typeface="Helvetica Neue"/>
                          <a:ea typeface="Helvetica Neue"/>
                          <a:cs typeface="Helvetica Neue"/>
                          <a:sym typeface="Helvetica Neue"/>
                        </a:rPr>
                        <a:t>K3</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just">
                        <a:lnSpc>
                          <a:spcPct val="104375"/>
                        </a:lnSpc>
                        <a:spcBef>
                          <a:spcPts val="0"/>
                        </a:spcBef>
                        <a:spcAft>
                          <a:spcPts val="0"/>
                        </a:spcAft>
                        <a:buNone/>
                      </a:pPr>
                      <a:r>
                        <a:rPr lang="en-US" sz="800" u="none" cap="none" strike="noStrike">
                          <a:latin typeface="Helvetica Neue"/>
                          <a:ea typeface="Helvetica Neue"/>
                          <a:cs typeface="Helvetica Neue"/>
                          <a:sym typeface="Helvetica Neue"/>
                        </a:rPr>
                        <a:t>A systematic, theory-based formulation of </a:t>
                      </a:r>
                      <a:r>
                        <a:rPr lang="en-US" sz="800" u="none" cap="none" strike="noStrike">
                          <a:solidFill>
                            <a:srgbClr val="BC1919"/>
                          </a:solidFill>
                          <a:latin typeface="Helvetica Neue"/>
                          <a:ea typeface="Helvetica Neue"/>
                          <a:cs typeface="Helvetica Neue"/>
                          <a:sym typeface="Helvetica Neue"/>
                        </a:rPr>
                        <a:t>engineering fundamentals </a:t>
                      </a:r>
                      <a:r>
                        <a:rPr lang="en-US" sz="800" u="none" cap="none" strike="noStrike">
                          <a:latin typeface="Helvetica Neue"/>
                          <a:ea typeface="Helvetica Neue"/>
                          <a:cs typeface="Helvetica Neue"/>
                          <a:sym typeface="Helvetica Neue"/>
                        </a:rPr>
                        <a:t>required in</a:t>
                      </a:r>
                      <a:endParaRPr sz="800" u="none" cap="none" strike="noStrike">
                        <a:latin typeface="Helvetica Neue"/>
                        <a:ea typeface="Helvetica Neue"/>
                        <a:cs typeface="Helvetica Neue"/>
                        <a:sym typeface="Helvetica Neue"/>
                      </a:endParaRPr>
                    </a:p>
                    <a:p>
                      <a:pPr indent="0" lvl="0" marL="75565" marR="0" rtl="0" algn="just">
                        <a:lnSpc>
                          <a:spcPct val="119375"/>
                        </a:lnSpc>
                        <a:spcBef>
                          <a:spcPts val="0"/>
                        </a:spcBef>
                        <a:spcAft>
                          <a:spcPts val="0"/>
                        </a:spcAft>
                        <a:buNone/>
                      </a:pPr>
                      <a:r>
                        <a:rPr lang="en-US" sz="800" u="none" cap="none" strike="noStrike">
                          <a:latin typeface="Helvetica Neue"/>
                          <a:ea typeface="Helvetica Neue"/>
                          <a:cs typeface="Helvetica Neue"/>
                          <a:sym typeface="Helvetica Neue"/>
                        </a:rPr>
                        <a:t>the engineering discipline</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650">
                <a:tc>
                  <a:txBody>
                    <a:bodyPr/>
                    <a:lstStyle/>
                    <a:p>
                      <a:pPr indent="0" lvl="0" marL="75565" marR="0" rtl="0" algn="just">
                        <a:lnSpc>
                          <a:spcPct val="104999"/>
                        </a:lnSpc>
                        <a:spcBef>
                          <a:spcPts val="0"/>
                        </a:spcBef>
                        <a:spcAft>
                          <a:spcPts val="0"/>
                        </a:spcAft>
                        <a:buNone/>
                      </a:pPr>
                      <a:r>
                        <a:rPr lang="en-US" sz="800" u="none" cap="none" strike="noStrike">
                          <a:latin typeface="Helvetica Neue"/>
                          <a:ea typeface="Helvetica Neue"/>
                          <a:cs typeface="Helvetica Neue"/>
                          <a:sym typeface="Helvetica Neue"/>
                        </a:rPr>
                        <a:t>K4</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just">
                        <a:lnSpc>
                          <a:spcPct val="104375"/>
                        </a:lnSpc>
                        <a:spcBef>
                          <a:spcPts val="0"/>
                        </a:spcBef>
                        <a:spcAft>
                          <a:spcPts val="0"/>
                        </a:spcAft>
                        <a:buNone/>
                      </a:pPr>
                      <a:r>
                        <a:rPr lang="en-US" sz="800" u="none" cap="none" strike="noStrike">
                          <a:latin typeface="Helvetica Neue"/>
                          <a:ea typeface="Helvetica Neue"/>
                          <a:cs typeface="Helvetica Neue"/>
                          <a:sym typeface="Helvetica Neue"/>
                        </a:rPr>
                        <a:t>Engineering </a:t>
                      </a:r>
                      <a:r>
                        <a:rPr lang="en-US" sz="800" u="none" cap="none" strike="noStrike">
                          <a:solidFill>
                            <a:srgbClr val="BC1919"/>
                          </a:solidFill>
                          <a:latin typeface="Helvetica Neue"/>
                          <a:ea typeface="Helvetica Neue"/>
                          <a:cs typeface="Helvetica Neue"/>
                          <a:sym typeface="Helvetica Neue"/>
                        </a:rPr>
                        <a:t>specialist knowledge </a:t>
                      </a:r>
                      <a:r>
                        <a:rPr lang="en-US" sz="800" u="none" cap="none" strike="noStrike">
                          <a:latin typeface="Helvetica Neue"/>
                          <a:ea typeface="Helvetica Neue"/>
                          <a:cs typeface="Helvetica Neue"/>
                          <a:sym typeface="Helvetica Neue"/>
                        </a:rPr>
                        <a:t>that provides theoretical frameworks and bodies</a:t>
                      </a:r>
                      <a:endParaRPr sz="800" u="none" cap="none" strike="noStrike">
                        <a:latin typeface="Helvetica Neue"/>
                        <a:ea typeface="Helvetica Neue"/>
                        <a:cs typeface="Helvetica Neue"/>
                        <a:sym typeface="Helvetica Neue"/>
                      </a:endParaRPr>
                    </a:p>
                    <a:p>
                      <a:pPr indent="0" lvl="0" marL="75565" marR="67310" rtl="0" algn="just">
                        <a:lnSpc>
                          <a:spcPct val="118750"/>
                        </a:lnSpc>
                        <a:spcBef>
                          <a:spcPts val="30"/>
                        </a:spcBef>
                        <a:spcAft>
                          <a:spcPts val="0"/>
                        </a:spcAft>
                        <a:buNone/>
                      </a:pPr>
                      <a:r>
                        <a:rPr lang="en-US" sz="800" u="none" cap="none" strike="noStrike">
                          <a:latin typeface="Helvetica Neue"/>
                          <a:ea typeface="Helvetica Neue"/>
                          <a:cs typeface="Helvetica Neue"/>
                          <a:sym typeface="Helvetica Neue"/>
                        </a:rPr>
                        <a:t>of knowledge for the accepted practice areas in the engineering discipline; much  is at the forefront of the discipline</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5250">
                <a:tc>
                  <a:txBody>
                    <a:bodyPr/>
                    <a:lstStyle/>
                    <a:p>
                      <a:pPr indent="0" lvl="0" marL="75565" marR="0" rtl="0" algn="just">
                        <a:lnSpc>
                          <a:spcPct val="104999"/>
                        </a:lnSpc>
                        <a:spcBef>
                          <a:spcPts val="0"/>
                        </a:spcBef>
                        <a:spcAft>
                          <a:spcPts val="0"/>
                        </a:spcAft>
                        <a:buNone/>
                      </a:pPr>
                      <a:r>
                        <a:rPr lang="en-US" sz="800" u="none" cap="none" strike="noStrike">
                          <a:latin typeface="Helvetica Neue"/>
                          <a:ea typeface="Helvetica Neue"/>
                          <a:cs typeface="Helvetica Neue"/>
                          <a:sym typeface="Helvetica Neue"/>
                        </a:rPr>
                        <a:t>K5</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just">
                        <a:lnSpc>
                          <a:spcPct val="104999"/>
                        </a:lnSpc>
                        <a:spcBef>
                          <a:spcPts val="0"/>
                        </a:spcBef>
                        <a:spcAft>
                          <a:spcPts val="0"/>
                        </a:spcAft>
                        <a:buNone/>
                      </a:pPr>
                      <a:r>
                        <a:rPr lang="en-US" sz="800" u="none" cap="none" strike="noStrike">
                          <a:latin typeface="Helvetica Neue"/>
                          <a:ea typeface="Helvetica Neue"/>
                          <a:cs typeface="Helvetica Neue"/>
                          <a:sym typeface="Helvetica Neue"/>
                        </a:rPr>
                        <a:t>Knowledge that supports </a:t>
                      </a:r>
                      <a:r>
                        <a:rPr lang="en-US" sz="800" u="none" cap="none" strike="noStrike">
                          <a:solidFill>
                            <a:srgbClr val="BC1919"/>
                          </a:solidFill>
                          <a:latin typeface="Helvetica Neue"/>
                          <a:ea typeface="Helvetica Neue"/>
                          <a:cs typeface="Helvetica Neue"/>
                          <a:sym typeface="Helvetica Neue"/>
                        </a:rPr>
                        <a:t>engineering design </a:t>
                      </a:r>
                      <a:r>
                        <a:rPr lang="en-US" sz="800" u="none" cap="none" strike="noStrike">
                          <a:latin typeface="Helvetica Neue"/>
                          <a:ea typeface="Helvetica Neue"/>
                          <a:cs typeface="Helvetica Neue"/>
                          <a:sym typeface="Helvetica Neue"/>
                        </a:rPr>
                        <a:t>in a practice area</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9400">
                <a:tc>
                  <a:txBody>
                    <a:bodyPr/>
                    <a:lstStyle/>
                    <a:p>
                      <a:pPr indent="0" lvl="0" marL="75565" marR="0" rtl="0" algn="just">
                        <a:lnSpc>
                          <a:spcPct val="104999"/>
                        </a:lnSpc>
                        <a:spcBef>
                          <a:spcPts val="0"/>
                        </a:spcBef>
                        <a:spcAft>
                          <a:spcPts val="0"/>
                        </a:spcAft>
                        <a:buNone/>
                      </a:pPr>
                      <a:r>
                        <a:rPr lang="en-US" sz="800" u="none" cap="none" strike="noStrike">
                          <a:latin typeface="Helvetica Neue"/>
                          <a:ea typeface="Helvetica Neue"/>
                          <a:cs typeface="Helvetica Neue"/>
                          <a:sym typeface="Helvetica Neue"/>
                        </a:rPr>
                        <a:t>K6</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just">
                        <a:lnSpc>
                          <a:spcPct val="104375"/>
                        </a:lnSpc>
                        <a:spcBef>
                          <a:spcPts val="0"/>
                        </a:spcBef>
                        <a:spcAft>
                          <a:spcPts val="0"/>
                        </a:spcAft>
                        <a:buNone/>
                      </a:pPr>
                      <a:r>
                        <a:rPr lang="en-US" sz="800" u="none" cap="none" strike="noStrike">
                          <a:latin typeface="Helvetica Neue"/>
                          <a:ea typeface="Helvetica Neue"/>
                          <a:cs typeface="Helvetica Neue"/>
                          <a:sym typeface="Helvetica Neue"/>
                        </a:rPr>
                        <a:t>Knowledge of </a:t>
                      </a:r>
                      <a:r>
                        <a:rPr lang="en-US" sz="800" u="none" cap="none" strike="noStrike">
                          <a:solidFill>
                            <a:srgbClr val="BC1919"/>
                          </a:solidFill>
                          <a:latin typeface="Helvetica Neue"/>
                          <a:ea typeface="Helvetica Neue"/>
                          <a:cs typeface="Helvetica Neue"/>
                          <a:sym typeface="Helvetica Neue"/>
                        </a:rPr>
                        <a:t>engineering practice </a:t>
                      </a:r>
                      <a:r>
                        <a:rPr lang="en-US" sz="800" u="none" cap="none" strike="noStrike">
                          <a:latin typeface="Helvetica Neue"/>
                          <a:ea typeface="Helvetica Neue"/>
                          <a:cs typeface="Helvetica Neue"/>
                          <a:sym typeface="Helvetica Neue"/>
                        </a:rPr>
                        <a:t>(technology) in the practice areas in the engi-</a:t>
                      </a:r>
                      <a:endParaRPr sz="800" u="none" cap="none" strike="noStrike">
                        <a:latin typeface="Helvetica Neue"/>
                        <a:ea typeface="Helvetica Neue"/>
                        <a:cs typeface="Helvetica Neue"/>
                        <a:sym typeface="Helvetica Neue"/>
                      </a:endParaRPr>
                    </a:p>
                    <a:p>
                      <a:pPr indent="0" lvl="0" marL="75565" marR="0" rtl="0" algn="just">
                        <a:lnSpc>
                          <a:spcPct val="119375"/>
                        </a:lnSpc>
                        <a:spcBef>
                          <a:spcPts val="0"/>
                        </a:spcBef>
                        <a:spcAft>
                          <a:spcPts val="0"/>
                        </a:spcAft>
                        <a:buNone/>
                      </a:pPr>
                      <a:r>
                        <a:rPr lang="en-US" sz="800" u="none" cap="none" strike="noStrike">
                          <a:latin typeface="Helvetica Neue"/>
                          <a:ea typeface="Helvetica Neue"/>
                          <a:cs typeface="Helvetica Neue"/>
                          <a:sym typeface="Helvetica Neue"/>
                        </a:rPr>
                        <a:t>neering discipline</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4100">
                <a:tc>
                  <a:txBody>
                    <a:bodyPr/>
                    <a:lstStyle/>
                    <a:p>
                      <a:pPr indent="0" lvl="0" marL="75565" marR="0" rtl="0" algn="just">
                        <a:lnSpc>
                          <a:spcPct val="104999"/>
                        </a:lnSpc>
                        <a:spcBef>
                          <a:spcPts val="0"/>
                        </a:spcBef>
                        <a:spcAft>
                          <a:spcPts val="0"/>
                        </a:spcAft>
                        <a:buNone/>
                      </a:pPr>
                      <a:r>
                        <a:rPr lang="en-US" sz="800" u="none" cap="none" strike="noStrike">
                          <a:latin typeface="Helvetica Neue"/>
                          <a:ea typeface="Helvetica Neue"/>
                          <a:cs typeface="Helvetica Neue"/>
                          <a:sym typeface="Helvetica Neue"/>
                        </a:rPr>
                        <a:t>K7</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67310" rtl="0" algn="just">
                        <a:lnSpc>
                          <a:spcPct val="118750"/>
                        </a:lnSpc>
                        <a:spcBef>
                          <a:spcPts val="0"/>
                        </a:spcBef>
                        <a:spcAft>
                          <a:spcPts val="0"/>
                        </a:spcAft>
                        <a:buNone/>
                      </a:pPr>
                      <a:r>
                        <a:rPr lang="en-US" sz="800" u="none" cap="none" strike="noStrike">
                          <a:solidFill>
                            <a:srgbClr val="BC1919"/>
                          </a:solidFill>
                          <a:latin typeface="Helvetica Neue"/>
                          <a:ea typeface="Helvetica Neue"/>
                          <a:cs typeface="Helvetica Neue"/>
                          <a:sym typeface="Helvetica Neue"/>
                        </a:rPr>
                        <a:t>Comprehension </a:t>
                      </a:r>
                      <a:r>
                        <a:rPr lang="en-US" sz="800" u="none" cap="none" strike="noStrike">
                          <a:latin typeface="Helvetica Neue"/>
                          <a:ea typeface="Helvetica Neue"/>
                          <a:cs typeface="Helvetica Neue"/>
                          <a:sym typeface="Helvetica Neue"/>
                        </a:rPr>
                        <a:t>of the role of engineering in society and identified issues in engi-  neering practice in the discipline: ethics and the engineer’s professional respon-  sibility to public safety; the impacts of engineering activity; economic, social,  cultural, environmental and sustainability</a:t>
                      </a:r>
                      <a:endParaRPr sz="800" u="none" cap="none" strike="noStrike">
                        <a:latin typeface="Helvetica Neue"/>
                        <a:ea typeface="Helvetica Neue"/>
                        <a:cs typeface="Helvetica Neue"/>
                        <a:sym typeface="Helvetica Neue"/>
                      </a:endParaRPr>
                    </a:p>
                  </a:txBody>
                  <a:tcPr marT="603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5250">
                <a:tc>
                  <a:txBody>
                    <a:bodyPr/>
                    <a:lstStyle/>
                    <a:p>
                      <a:pPr indent="0" lvl="0" marL="75565" marR="0" rtl="0" algn="just">
                        <a:lnSpc>
                          <a:spcPct val="104999"/>
                        </a:lnSpc>
                        <a:spcBef>
                          <a:spcPts val="0"/>
                        </a:spcBef>
                        <a:spcAft>
                          <a:spcPts val="0"/>
                        </a:spcAft>
                        <a:buNone/>
                      </a:pPr>
                      <a:r>
                        <a:rPr lang="en-US" sz="800" u="none" cap="none" strike="noStrike">
                          <a:latin typeface="Helvetica Neue"/>
                          <a:ea typeface="Helvetica Neue"/>
                          <a:cs typeface="Helvetica Neue"/>
                          <a:sym typeface="Helvetica Neue"/>
                        </a:rPr>
                        <a:t>K8</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just">
                        <a:lnSpc>
                          <a:spcPct val="104999"/>
                        </a:lnSpc>
                        <a:spcBef>
                          <a:spcPts val="0"/>
                        </a:spcBef>
                        <a:spcAft>
                          <a:spcPts val="0"/>
                        </a:spcAft>
                        <a:buNone/>
                      </a:pPr>
                      <a:r>
                        <a:rPr lang="en-US" sz="800" u="none" cap="none" strike="noStrike">
                          <a:latin typeface="Helvetica Neue"/>
                          <a:ea typeface="Helvetica Neue"/>
                          <a:cs typeface="Helvetica Neue"/>
                          <a:sym typeface="Helvetica Neue"/>
                        </a:rPr>
                        <a:t>Engagement with selected knowledge in the </a:t>
                      </a:r>
                      <a:r>
                        <a:rPr lang="en-US" sz="800" u="none" cap="none" strike="noStrike">
                          <a:solidFill>
                            <a:srgbClr val="BC1919"/>
                          </a:solidFill>
                          <a:latin typeface="Helvetica Neue"/>
                          <a:ea typeface="Helvetica Neue"/>
                          <a:cs typeface="Helvetica Neue"/>
                          <a:sym typeface="Helvetica Neue"/>
                        </a:rPr>
                        <a:t>research literature </a:t>
                      </a:r>
                      <a:r>
                        <a:rPr lang="en-US" sz="800" u="none" cap="none" strike="noStrike">
                          <a:latin typeface="Helvetica Neue"/>
                          <a:ea typeface="Helvetica Neue"/>
                          <a:cs typeface="Helvetica Neue"/>
                          <a:sym typeface="Helvetica Neue"/>
                        </a:rPr>
                        <a:t>of the discipline</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transition>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6"/>
          <p:cNvSpPr txBox="1"/>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marR="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Complex Problem Solving</a:t>
            </a:r>
            <a:endParaRPr sz="1400">
              <a:solidFill>
                <a:schemeClr val="accent1"/>
              </a:solidFill>
              <a:latin typeface="Trebuchet MS"/>
              <a:ea typeface="Trebuchet MS"/>
              <a:cs typeface="Trebuchet MS"/>
              <a:sym typeface="Trebuchet MS"/>
            </a:endParaRPr>
          </a:p>
        </p:txBody>
      </p:sp>
      <p:pic>
        <p:nvPicPr>
          <p:cNvPr id="389" name="Google Shape;389;p16"/>
          <p:cNvPicPr preferRelativeResize="0"/>
          <p:nvPr/>
        </p:nvPicPr>
        <p:blipFill rotWithShape="1">
          <a:blip r:embed="rId3">
            <a:alphaModFix/>
          </a:blip>
          <a:srcRect b="0" l="0" r="0" t="0"/>
          <a:stretch/>
        </p:blipFill>
        <p:spPr>
          <a:xfrm>
            <a:off x="1004709" y="653023"/>
            <a:ext cx="2598526" cy="2629646"/>
          </a:xfrm>
          <a:prstGeom prst="rect">
            <a:avLst/>
          </a:prstGeom>
          <a:noFill/>
          <a:ln>
            <a:noFill/>
          </a:ln>
        </p:spPr>
      </p:pic>
      <p:sp>
        <p:nvSpPr>
          <p:cNvPr id="390" name="Google Shape;390;p16"/>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391" name="Google Shape;391;p16"/>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7"/>
          <p:cNvSpPr txBox="1"/>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marR="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Complex Engineering Problem Solving</a:t>
            </a:r>
            <a:endParaRPr sz="1400">
              <a:solidFill>
                <a:schemeClr val="accent1"/>
              </a:solidFill>
              <a:latin typeface="Trebuchet MS"/>
              <a:ea typeface="Trebuchet MS"/>
              <a:cs typeface="Trebuchet MS"/>
              <a:sym typeface="Trebuchet MS"/>
            </a:endParaRPr>
          </a:p>
        </p:txBody>
      </p:sp>
      <p:sp>
        <p:nvSpPr>
          <p:cNvPr id="398" name="Google Shape;398;p17"/>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399" name="Google Shape;399;p17"/>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graphicFrame>
        <p:nvGraphicFramePr>
          <p:cNvPr id="400" name="Google Shape;400;p17"/>
          <p:cNvGraphicFramePr/>
          <p:nvPr/>
        </p:nvGraphicFramePr>
        <p:xfrm>
          <a:off x="151714" y="869289"/>
          <a:ext cx="3000000" cy="3000000"/>
        </p:xfrm>
        <a:graphic>
          <a:graphicData uri="http://schemas.openxmlformats.org/drawingml/2006/table">
            <a:tbl>
              <a:tblPr bandRow="1" firstRow="1">
                <a:noFill/>
                <a:tableStyleId>{559593B9-404E-4DE5-8A90-D1F26E607C3E}</a:tableStyleId>
              </a:tblPr>
              <a:tblGrid>
                <a:gridCol w="1010325"/>
                <a:gridCol w="3253700"/>
              </a:tblGrid>
              <a:tr h="245450">
                <a:tc>
                  <a:txBody>
                    <a:bodyPr/>
                    <a:lstStyle/>
                    <a:p>
                      <a:pPr indent="0" lvl="0" marL="75565" marR="0" rtl="0" algn="l">
                        <a:lnSpc>
                          <a:spcPct val="104999"/>
                        </a:lnSpc>
                        <a:spcBef>
                          <a:spcPts val="0"/>
                        </a:spcBef>
                        <a:spcAft>
                          <a:spcPts val="0"/>
                        </a:spcAft>
                        <a:buNone/>
                      </a:pPr>
                      <a:r>
                        <a:rPr b="1" lang="en-US" sz="800" u="none" cap="none" strike="noStrike">
                          <a:latin typeface="Arial"/>
                          <a:ea typeface="Arial"/>
                          <a:cs typeface="Arial"/>
                          <a:sym typeface="Arial"/>
                        </a:rPr>
                        <a:t>Attribute</a:t>
                      </a:r>
                      <a:endParaRPr sz="8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Complex Engineering Problems </a:t>
                      </a:r>
                      <a:r>
                        <a:rPr lang="en-US" sz="800" u="none" cap="none" strike="noStrike">
                          <a:latin typeface="Helvetica Neue"/>
                          <a:ea typeface="Helvetica Neue"/>
                          <a:cs typeface="Helvetica Neue"/>
                          <a:sym typeface="Helvetica Neue"/>
                        </a:rPr>
                        <a:t>have characteristic P1 and some</a:t>
                      </a:r>
                      <a:endParaRPr sz="800" u="none" cap="none" strike="noStrike">
                        <a:latin typeface="Helvetica Neue"/>
                        <a:ea typeface="Helvetica Neue"/>
                        <a:cs typeface="Helvetica Neue"/>
                        <a:sym typeface="Helvetica Neue"/>
                      </a:endParaRPr>
                    </a:p>
                    <a:p>
                      <a:pPr indent="0" lvl="0" marL="75565" marR="0" rtl="0" algn="l">
                        <a:lnSpc>
                          <a:spcPct val="119375"/>
                        </a:lnSpc>
                        <a:spcBef>
                          <a:spcPts val="0"/>
                        </a:spcBef>
                        <a:spcAft>
                          <a:spcPts val="0"/>
                        </a:spcAft>
                        <a:buNone/>
                      </a:pPr>
                      <a:r>
                        <a:rPr lang="en-US" sz="800" u="none" cap="none" strike="noStrike">
                          <a:latin typeface="Helvetica Neue"/>
                          <a:ea typeface="Helvetica Neue"/>
                          <a:cs typeface="Helvetica Neue"/>
                          <a:sym typeface="Helvetica Neue"/>
                        </a:rPr>
                        <a:t>or all of P2 to P7:</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650">
                <a:tc>
                  <a:txBody>
                    <a:bodyPr/>
                    <a:lstStyle/>
                    <a:p>
                      <a:pPr indent="0" lvl="0" marL="75565" marR="0" rtl="0" algn="l">
                        <a:lnSpc>
                          <a:spcPct val="104375"/>
                        </a:lnSpc>
                        <a:spcBef>
                          <a:spcPts val="0"/>
                        </a:spcBef>
                        <a:spcAft>
                          <a:spcPts val="0"/>
                        </a:spcAft>
                        <a:buNone/>
                      </a:pPr>
                      <a:r>
                        <a:rPr lang="en-US" sz="800" u="none" cap="none" strike="noStrike">
                          <a:latin typeface="Helvetica Neue"/>
                          <a:ea typeface="Helvetica Neue"/>
                          <a:cs typeface="Helvetica Neue"/>
                          <a:sym typeface="Helvetica Neue"/>
                        </a:rPr>
                        <a:t>Depth of knowledge required</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P1: </a:t>
                      </a:r>
                      <a:r>
                        <a:rPr lang="en-US" sz="800" u="none" cap="none" strike="noStrike">
                          <a:latin typeface="Helvetica Neue"/>
                          <a:ea typeface="Helvetica Neue"/>
                          <a:cs typeface="Helvetica Neue"/>
                          <a:sym typeface="Helvetica Neue"/>
                        </a:rPr>
                        <a:t>Cannot be resolved without in-depth engineering knowledge</a:t>
                      </a:r>
                      <a:endParaRPr sz="800" u="none" cap="none" strike="noStrike">
                        <a:latin typeface="Helvetica Neue"/>
                        <a:ea typeface="Helvetica Neue"/>
                        <a:cs typeface="Helvetica Neue"/>
                        <a:sym typeface="Helvetica Neue"/>
                      </a:endParaRPr>
                    </a:p>
                    <a:p>
                      <a:pPr indent="0" lvl="0" marL="75565" marR="67310" rtl="0" algn="l">
                        <a:lnSpc>
                          <a:spcPct val="118750"/>
                        </a:lnSpc>
                        <a:spcBef>
                          <a:spcPts val="30"/>
                        </a:spcBef>
                        <a:spcAft>
                          <a:spcPts val="0"/>
                        </a:spcAft>
                        <a:buNone/>
                      </a:pPr>
                      <a:r>
                        <a:rPr lang="en-US" sz="800" u="none" cap="none" strike="noStrike">
                          <a:latin typeface="Helvetica Neue"/>
                          <a:ea typeface="Helvetica Neue"/>
                          <a:cs typeface="Helvetica Neue"/>
                          <a:sym typeface="Helvetica Neue"/>
                        </a:rPr>
                        <a:t>at the level of one or more of K3, K4, K5, K6 or K8 which allows  a fundamentals-based, first principles analytical approach</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5475">
                <a:tc>
                  <a:txBody>
                    <a:bodyPr/>
                    <a:lstStyle/>
                    <a:p>
                      <a:pPr indent="0" lvl="0" marL="75565" marR="0" rtl="0" algn="l">
                        <a:lnSpc>
                          <a:spcPct val="104375"/>
                        </a:lnSpc>
                        <a:spcBef>
                          <a:spcPts val="0"/>
                        </a:spcBef>
                        <a:spcAft>
                          <a:spcPts val="0"/>
                        </a:spcAft>
                        <a:buNone/>
                      </a:pPr>
                      <a:r>
                        <a:rPr lang="en-US" sz="800" u="none" cap="none" strike="noStrike">
                          <a:latin typeface="Helvetica Neue"/>
                          <a:ea typeface="Helvetica Neue"/>
                          <a:cs typeface="Helvetica Neue"/>
                          <a:sym typeface="Helvetica Neue"/>
                        </a:rPr>
                        <a:t>Range of conflicting requirements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P2: </a:t>
                      </a:r>
                      <a:r>
                        <a:rPr lang="en-US" sz="800" u="none" cap="none" strike="noStrike">
                          <a:latin typeface="Helvetica Neue"/>
                          <a:ea typeface="Helvetica Neue"/>
                          <a:cs typeface="Helvetica Neue"/>
                          <a:sym typeface="Helvetica Neue"/>
                        </a:rPr>
                        <a:t>Involve wide-ranging or conflicting technical, engineering and</a:t>
                      </a:r>
                      <a:endParaRPr sz="800" u="none" cap="none" strike="noStrike">
                        <a:latin typeface="Helvetica Neue"/>
                        <a:ea typeface="Helvetica Neue"/>
                        <a:cs typeface="Helvetica Neue"/>
                        <a:sym typeface="Helvetica Neue"/>
                      </a:endParaRPr>
                    </a:p>
                    <a:p>
                      <a:pPr indent="0" lvl="0" marL="75565" marR="0" rtl="0" algn="l">
                        <a:lnSpc>
                          <a:spcPct val="119375"/>
                        </a:lnSpc>
                        <a:spcBef>
                          <a:spcPts val="0"/>
                        </a:spcBef>
                        <a:spcAft>
                          <a:spcPts val="0"/>
                        </a:spcAft>
                        <a:buNone/>
                      </a:pPr>
                      <a:r>
                        <a:rPr lang="en-US" sz="800" u="none" cap="none" strike="noStrike">
                          <a:latin typeface="Helvetica Neue"/>
                          <a:ea typeface="Helvetica Neue"/>
                          <a:cs typeface="Helvetica Neue"/>
                          <a:sym typeface="Helvetica Neue"/>
                        </a:rPr>
                        <a:t>other issues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5450">
                <a:tc>
                  <a:txBody>
                    <a:bodyPr/>
                    <a:lstStyle/>
                    <a:p>
                      <a:pPr indent="0" lvl="0" marL="75565" marR="0" rtl="0" algn="l">
                        <a:lnSpc>
                          <a:spcPct val="104375"/>
                        </a:lnSpc>
                        <a:spcBef>
                          <a:spcPts val="0"/>
                        </a:spcBef>
                        <a:spcAft>
                          <a:spcPts val="0"/>
                        </a:spcAft>
                        <a:buNone/>
                      </a:pPr>
                      <a:r>
                        <a:rPr lang="en-US" sz="800" u="none" cap="none" strike="noStrike">
                          <a:latin typeface="Helvetica Neue"/>
                          <a:ea typeface="Helvetica Neue"/>
                          <a:cs typeface="Helvetica Neue"/>
                          <a:sym typeface="Helvetica Neue"/>
                        </a:rPr>
                        <a:t>Depth   of   analysis required</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P3: </a:t>
                      </a:r>
                      <a:r>
                        <a:rPr lang="en-US" sz="800" u="none" cap="none" strike="noStrike">
                          <a:latin typeface="Helvetica Neue"/>
                          <a:ea typeface="Helvetica Neue"/>
                          <a:cs typeface="Helvetica Neue"/>
                          <a:sym typeface="Helvetica Neue"/>
                        </a:rPr>
                        <a:t>Have no obvious solution and require abstract thinking, orig-</a:t>
                      </a:r>
                      <a:endParaRPr sz="800" u="none" cap="none" strike="noStrike">
                        <a:latin typeface="Helvetica Neue"/>
                        <a:ea typeface="Helvetica Neue"/>
                        <a:cs typeface="Helvetica Neue"/>
                        <a:sym typeface="Helvetica Neue"/>
                      </a:endParaRPr>
                    </a:p>
                    <a:p>
                      <a:pPr indent="0" lvl="0" marL="75565" marR="0" rtl="0" algn="l">
                        <a:lnSpc>
                          <a:spcPct val="119375"/>
                        </a:lnSpc>
                        <a:spcBef>
                          <a:spcPts val="0"/>
                        </a:spcBef>
                        <a:spcAft>
                          <a:spcPts val="0"/>
                        </a:spcAft>
                        <a:buNone/>
                      </a:pPr>
                      <a:r>
                        <a:rPr lang="en-US" sz="800" u="none" cap="none" strike="noStrike">
                          <a:latin typeface="Helvetica Neue"/>
                          <a:ea typeface="Helvetica Neue"/>
                          <a:cs typeface="Helvetica Neue"/>
                          <a:sym typeface="Helvetica Neue"/>
                        </a:rPr>
                        <a:t>inality in analysis to formulate suitable models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5250">
                <a:tc>
                  <a:txBody>
                    <a:bodyPr/>
                    <a:lstStyle/>
                    <a:p>
                      <a:pPr indent="0" lvl="0" marL="75565" marR="0" rtl="0" algn="l">
                        <a:lnSpc>
                          <a:spcPct val="105499"/>
                        </a:lnSpc>
                        <a:spcBef>
                          <a:spcPts val="0"/>
                        </a:spcBef>
                        <a:spcAft>
                          <a:spcPts val="0"/>
                        </a:spcAft>
                        <a:buNone/>
                      </a:pPr>
                      <a:r>
                        <a:rPr lang="en-US" sz="800" u="none" cap="none" strike="noStrike">
                          <a:latin typeface="Helvetica Neue"/>
                          <a:ea typeface="Helvetica Neue"/>
                          <a:cs typeface="Helvetica Neue"/>
                          <a:sym typeface="Helvetica Neue"/>
                        </a:rPr>
                        <a:t>Familiarity of issues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l">
                        <a:lnSpc>
                          <a:spcPct val="105499"/>
                        </a:lnSpc>
                        <a:spcBef>
                          <a:spcPts val="0"/>
                        </a:spcBef>
                        <a:spcAft>
                          <a:spcPts val="0"/>
                        </a:spcAft>
                        <a:buNone/>
                      </a:pPr>
                      <a:r>
                        <a:rPr b="1" lang="en-US" sz="800" u="none" cap="none" strike="noStrike">
                          <a:latin typeface="Arial"/>
                          <a:ea typeface="Arial"/>
                          <a:cs typeface="Arial"/>
                          <a:sym typeface="Arial"/>
                        </a:rPr>
                        <a:t>P4: </a:t>
                      </a:r>
                      <a:r>
                        <a:rPr lang="en-US" sz="800" u="none" cap="none" strike="noStrike">
                          <a:latin typeface="Helvetica Neue"/>
                          <a:ea typeface="Helvetica Neue"/>
                          <a:cs typeface="Helvetica Neue"/>
                          <a:sym typeface="Helvetica Neue"/>
                        </a:rPr>
                        <a:t>Involve infrequently encountered issues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5475">
                <a:tc>
                  <a:txBody>
                    <a:bodyPr/>
                    <a:lstStyle/>
                    <a:p>
                      <a:pPr indent="0" lvl="0" marL="75565" marR="0" rtl="0" algn="l">
                        <a:lnSpc>
                          <a:spcPct val="104375"/>
                        </a:lnSpc>
                        <a:spcBef>
                          <a:spcPts val="0"/>
                        </a:spcBef>
                        <a:spcAft>
                          <a:spcPts val="0"/>
                        </a:spcAft>
                        <a:buNone/>
                      </a:pPr>
                      <a:r>
                        <a:rPr lang="en-US" sz="800" u="none" cap="none" strike="noStrike">
                          <a:latin typeface="Helvetica Neue"/>
                          <a:ea typeface="Helvetica Neue"/>
                          <a:cs typeface="Helvetica Neue"/>
                          <a:sym typeface="Helvetica Neue"/>
                        </a:rPr>
                        <a:t>Extent	of</a:t>
                      </a:r>
                      <a:endParaRPr sz="800" u="none" cap="none" strike="noStrike">
                        <a:latin typeface="Helvetica Neue"/>
                        <a:ea typeface="Helvetica Neue"/>
                        <a:cs typeface="Helvetica Neue"/>
                        <a:sym typeface="Helvetica Neue"/>
                      </a:endParaRPr>
                    </a:p>
                    <a:p>
                      <a:pPr indent="0" lvl="0" marL="75565" marR="0" rtl="0" algn="l">
                        <a:lnSpc>
                          <a:spcPct val="104375"/>
                        </a:lnSpc>
                        <a:spcBef>
                          <a:spcPts val="0"/>
                        </a:spcBef>
                        <a:spcAft>
                          <a:spcPts val="0"/>
                        </a:spcAft>
                        <a:buNone/>
                      </a:pPr>
                      <a:r>
                        <a:rPr lang="en-US" sz="800" u="none" cap="none" strike="noStrike">
                          <a:latin typeface="Helvetica Neue"/>
                          <a:ea typeface="Helvetica Neue"/>
                          <a:cs typeface="Helvetica Neue"/>
                          <a:sym typeface="Helvetica Neue"/>
                        </a:rPr>
                        <a:t>applicable codes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P5: </a:t>
                      </a:r>
                      <a:r>
                        <a:rPr lang="en-US" sz="800" u="none" cap="none" strike="noStrike">
                          <a:latin typeface="Helvetica Neue"/>
                          <a:ea typeface="Helvetica Neue"/>
                          <a:cs typeface="Helvetica Neue"/>
                          <a:sym typeface="Helvetica Neue"/>
                        </a:rPr>
                        <a:t>Are outside problems encompassed by standards and codes</a:t>
                      </a:r>
                      <a:endParaRPr sz="800" u="none" cap="none" strike="noStrike">
                        <a:latin typeface="Helvetica Neue"/>
                        <a:ea typeface="Helvetica Neue"/>
                        <a:cs typeface="Helvetica Neue"/>
                        <a:sym typeface="Helvetica Neue"/>
                      </a:endParaRPr>
                    </a:p>
                    <a:p>
                      <a:pPr indent="0" lvl="0" marL="75565" marR="0" rtl="0" algn="l">
                        <a:lnSpc>
                          <a:spcPct val="119375"/>
                        </a:lnSpc>
                        <a:spcBef>
                          <a:spcPts val="0"/>
                        </a:spcBef>
                        <a:spcAft>
                          <a:spcPts val="0"/>
                        </a:spcAft>
                        <a:buNone/>
                      </a:pPr>
                      <a:r>
                        <a:rPr lang="en-US" sz="800" u="none" cap="none" strike="noStrike">
                          <a:latin typeface="Helvetica Neue"/>
                          <a:ea typeface="Helvetica Neue"/>
                          <a:cs typeface="Helvetica Neue"/>
                          <a:sym typeface="Helvetica Neue"/>
                        </a:rPr>
                        <a:t>of practice for professional engineering</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650">
                <a:tc>
                  <a:txBody>
                    <a:bodyPr/>
                    <a:lstStyle/>
                    <a:p>
                      <a:pPr indent="0" lvl="0" marL="75565" marR="0" rtl="0" algn="l">
                        <a:lnSpc>
                          <a:spcPct val="104375"/>
                        </a:lnSpc>
                        <a:spcBef>
                          <a:spcPts val="0"/>
                        </a:spcBef>
                        <a:spcAft>
                          <a:spcPts val="0"/>
                        </a:spcAft>
                        <a:buNone/>
                      </a:pPr>
                      <a:r>
                        <a:rPr lang="en-US" sz="800" u="none" cap="none" strike="noStrike">
                          <a:latin typeface="Helvetica Neue"/>
                          <a:ea typeface="Helvetica Neue"/>
                          <a:cs typeface="Helvetica Neue"/>
                          <a:sym typeface="Helvetica Neue"/>
                        </a:rPr>
                        <a:t>Extent of stakeholder involvement and conflict ing requirements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P6: </a:t>
                      </a:r>
                      <a:r>
                        <a:rPr lang="en-US" sz="800" u="none" cap="none" strike="noStrike">
                          <a:latin typeface="Helvetica Neue"/>
                          <a:ea typeface="Helvetica Neue"/>
                          <a:cs typeface="Helvetica Neue"/>
                          <a:sym typeface="Helvetica Neue"/>
                        </a:rPr>
                        <a:t>Involve diverse groups of stakeholders with widely varying</a:t>
                      </a:r>
                      <a:endParaRPr sz="800" u="none" cap="none" strike="noStrike">
                        <a:latin typeface="Helvetica Neue"/>
                        <a:ea typeface="Helvetica Neue"/>
                        <a:cs typeface="Helvetica Neue"/>
                        <a:sym typeface="Helvetica Neue"/>
                      </a:endParaRPr>
                    </a:p>
                    <a:p>
                      <a:pPr indent="0" lvl="0" marL="75565" marR="0" rtl="0" algn="l">
                        <a:lnSpc>
                          <a:spcPct val="119375"/>
                        </a:lnSpc>
                        <a:spcBef>
                          <a:spcPts val="0"/>
                        </a:spcBef>
                        <a:spcAft>
                          <a:spcPts val="0"/>
                        </a:spcAft>
                        <a:buNone/>
                      </a:pPr>
                      <a:r>
                        <a:rPr lang="en-US" sz="800" u="none" cap="none" strike="noStrike">
                          <a:latin typeface="Helvetica Neue"/>
                          <a:ea typeface="Helvetica Neue"/>
                          <a:cs typeface="Helvetica Neue"/>
                          <a:sym typeface="Helvetica Neue"/>
                        </a:rPr>
                        <a:t>needs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45450">
                <a:tc>
                  <a:txBody>
                    <a:bodyPr/>
                    <a:lstStyle/>
                    <a:p>
                      <a:pPr indent="0" lvl="0" marL="75565" marR="0" rtl="0" algn="l">
                        <a:lnSpc>
                          <a:spcPct val="104999"/>
                        </a:lnSpc>
                        <a:spcBef>
                          <a:spcPts val="0"/>
                        </a:spcBef>
                        <a:spcAft>
                          <a:spcPts val="0"/>
                        </a:spcAft>
                        <a:buNone/>
                      </a:pPr>
                      <a:r>
                        <a:rPr lang="en-US" sz="800" u="none" cap="none" strike="noStrike">
                          <a:latin typeface="Helvetica Neue"/>
                          <a:ea typeface="Helvetica Neue"/>
                          <a:cs typeface="Helvetica Neue"/>
                          <a:sym typeface="Helvetica Neue"/>
                        </a:rPr>
                        <a:t>Interdependence</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P7: </a:t>
                      </a:r>
                      <a:r>
                        <a:rPr lang="en-US" sz="800" u="none" cap="none" strike="noStrike">
                          <a:latin typeface="Helvetica Neue"/>
                          <a:ea typeface="Helvetica Neue"/>
                          <a:cs typeface="Helvetica Neue"/>
                          <a:sym typeface="Helvetica Neue"/>
                        </a:rPr>
                        <a:t>Are high-level problems including many component parts or</a:t>
                      </a:r>
                      <a:endParaRPr sz="800" u="none" cap="none" strike="noStrike">
                        <a:latin typeface="Helvetica Neue"/>
                        <a:ea typeface="Helvetica Neue"/>
                        <a:cs typeface="Helvetica Neue"/>
                        <a:sym typeface="Helvetica Neue"/>
                      </a:endParaRPr>
                    </a:p>
                    <a:p>
                      <a:pPr indent="0" lvl="0" marL="75565" marR="0" rtl="0" algn="l">
                        <a:lnSpc>
                          <a:spcPct val="119375"/>
                        </a:lnSpc>
                        <a:spcBef>
                          <a:spcPts val="0"/>
                        </a:spcBef>
                        <a:spcAft>
                          <a:spcPts val="0"/>
                        </a:spcAft>
                        <a:buNone/>
                      </a:pPr>
                      <a:r>
                        <a:rPr lang="en-US" sz="800" u="none" cap="none" strike="noStrike">
                          <a:latin typeface="Helvetica Neue"/>
                          <a:ea typeface="Helvetica Neue"/>
                          <a:cs typeface="Helvetica Neue"/>
                          <a:sym typeface="Helvetica Neue"/>
                        </a:rPr>
                        <a:t>sub-problems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transition>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8"/>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Complex Engineering Problem Solving</a:t>
            </a:r>
            <a:endParaRPr sz="1400">
              <a:solidFill>
                <a:schemeClr val="accent1"/>
              </a:solidFill>
              <a:latin typeface="Trebuchet MS"/>
              <a:ea typeface="Trebuchet MS"/>
              <a:cs typeface="Trebuchet MS"/>
              <a:sym typeface="Trebuchet MS"/>
            </a:endParaRPr>
          </a:p>
        </p:txBody>
      </p:sp>
      <p:pic>
        <p:nvPicPr>
          <p:cNvPr id="406" name="Google Shape;406;p18"/>
          <p:cNvPicPr preferRelativeResize="0"/>
          <p:nvPr/>
        </p:nvPicPr>
        <p:blipFill rotWithShape="1">
          <a:blip r:embed="rId3">
            <a:alphaModFix/>
          </a:blip>
          <a:srcRect b="0" l="0" r="0" t="0"/>
          <a:stretch/>
        </p:blipFill>
        <p:spPr>
          <a:xfrm>
            <a:off x="281089" y="826033"/>
            <a:ext cx="65265" cy="65265"/>
          </a:xfrm>
          <a:prstGeom prst="rect">
            <a:avLst/>
          </a:prstGeom>
          <a:noFill/>
          <a:ln>
            <a:noFill/>
          </a:ln>
        </p:spPr>
      </p:pic>
      <p:pic>
        <p:nvPicPr>
          <p:cNvPr id="407" name="Google Shape;407;p18"/>
          <p:cNvPicPr preferRelativeResize="0"/>
          <p:nvPr/>
        </p:nvPicPr>
        <p:blipFill rotWithShape="1">
          <a:blip r:embed="rId4">
            <a:alphaModFix/>
          </a:blip>
          <a:srcRect b="0" l="0" r="0" t="0"/>
          <a:stretch/>
        </p:blipFill>
        <p:spPr>
          <a:xfrm>
            <a:off x="570865" y="1015847"/>
            <a:ext cx="52590" cy="52590"/>
          </a:xfrm>
          <a:prstGeom prst="rect">
            <a:avLst/>
          </a:prstGeom>
          <a:noFill/>
          <a:ln>
            <a:noFill/>
          </a:ln>
        </p:spPr>
      </p:pic>
      <p:pic>
        <p:nvPicPr>
          <p:cNvPr id="408" name="Google Shape;408;p18"/>
          <p:cNvPicPr preferRelativeResize="0"/>
          <p:nvPr/>
        </p:nvPicPr>
        <p:blipFill rotWithShape="1">
          <a:blip r:embed="rId4">
            <a:alphaModFix/>
          </a:blip>
          <a:srcRect b="0" l="0" r="0" t="0"/>
          <a:stretch/>
        </p:blipFill>
        <p:spPr>
          <a:xfrm>
            <a:off x="570865" y="1319504"/>
            <a:ext cx="52590" cy="52590"/>
          </a:xfrm>
          <a:prstGeom prst="rect">
            <a:avLst/>
          </a:prstGeom>
          <a:noFill/>
          <a:ln>
            <a:noFill/>
          </a:ln>
        </p:spPr>
      </p:pic>
      <p:pic>
        <p:nvPicPr>
          <p:cNvPr id="409" name="Google Shape;409;p18"/>
          <p:cNvPicPr preferRelativeResize="0"/>
          <p:nvPr/>
        </p:nvPicPr>
        <p:blipFill rotWithShape="1">
          <a:blip r:embed="rId4">
            <a:alphaModFix/>
          </a:blip>
          <a:srcRect b="0" l="0" r="0" t="0"/>
          <a:stretch/>
        </p:blipFill>
        <p:spPr>
          <a:xfrm>
            <a:off x="570865" y="1623161"/>
            <a:ext cx="52590" cy="52590"/>
          </a:xfrm>
          <a:prstGeom prst="rect">
            <a:avLst/>
          </a:prstGeom>
          <a:noFill/>
          <a:ln>
            <a:noFill/>
          </a:ln>
        </p:spPr>
      </p:pic>
      <p:pic>
        <p:nvPicPr>
          <p:cNvPr id="410" name="Google Shape;410;p18"/>
          <p:cNvPicPr preferRelativeResize="0"/>
          <p:nvPr/>
        </p:nvPicPr>
        <p:blipFill rotWithShape="1">
          <a:blip r:embed="rId5">
            <a:alphaModFix/>
          </a:blip>
          <a:srcRect b="0" l="0" r="0" t="0"/>
          <a:stretch/>
        </p:blipFill>
        <p:spPr>
          <a:xfrm>
            <a:off x="281089" y="1952104"/>
            <a:ext cx="65265" cy="65265"/>
          </a:xfrm>
          <a:prstGeom prst="rect">
            <a:avLst/>
          </a:prstGeom>
          <a:noFill/>
          <a:ln>
            <a:noFill/>
          </a:ln>
        </p:spPr>
      </p:pic>
      <p:pic>
        <p:nvPicPr>
          <p:cNvPr id="411" name="Google Shape;411;p18"/>
          <p:cNvPicPr preferRelativeResize="0"/>
          <p:nvPr/>
        </p:nvPicPr>
        <p:blipFill rotWithShape="1">
          <a:blip r:embed="rId4">
            <a:alphaModFix/>
          </a:blip>
          <a:srcRect b="0" l="0" r="0" t="0"/>
          <a:stretch/>
        </p:blipFill>
        <p:spPr>
          <a:xfrm>
            <a:off x="570865" y="2141918"/>
            <a:ext cx="52590" cy="52590"/>
          </a:xfrm>
          <a:prstGeom prst="rect">
            <a:avLst/>
          </a:prstGeom>
          <a:noFill/>
          <a:ln>
            <a:noFill/>
          </a:ln>
        </p:spPr>
      </p:pic>
      <p:pic>
        <p:nvPicPr>
          <p:cNvPr id="412" name="Google Shape;412;p18"/>
          <p:cNvPicPr preferRelativeResize="0"/>
          <p:nvPr/>
        </p:nvPicPr>
        <p:blipFill rotWithShape="1">
          <a:blip r:embed="rId6">
            <a:alphaModFix/>
          </a:blip>
          <a:srcRect b="0" l="0" r="0" t="0"/>
          <a:stretch/>
        </p:blipFill>
        <p:spPr>
          <a:xfrm>
            <a:off x="570865" y="2293747"/>
            <a:ext cx="52590" cy="52590"/>
          </a:xfrm>
          <a:prstGeom prst="rect">
            <a:avLst/>
          </a:prstGeom>
          <a:noFill/>
          <a:ln>
            <a:noFill/>
          </a:ln>
        </p:spPr>
      </p:pic>
      <p:pic>
        <p:nvPicPr>
          <p:cNvPr id="413" name="Google Shape;413;p18"/>
          <p:cNvPicPr preferRelativeResize="0"/>
          <p:nvPr/>
        </p:nvPicPr>
        <p:blipFill rotWithShape="1">
          <a:blip r:embed="rId6">
            <a:alphaModFix/>
          </a:blip>
          <a:srcRect b="0" l="0" r="0" t="0"/>
          <a:stretch/>
        </p:blipFill>
        <p:spPr>
          <a:xfrm>
            <a:off x="570865" y="2432926"/>
            <a:ext cx="52590" cy="52590"/>
          </a:xfrm>
          <a:prstGeom prst="rect">
            <a:avLst/>
          </a:prstGeom>
          <a:noFill/>
          <a:ln>
            <a:noFill/>
          </a:ln>
        </p:spPr>
      </p:pic>
      <p:pic>
        <p:nvPicPr>
          <p:cNvPr id="414" name="Google Shape;414;p18"/>
          <p:cNvPicPr preferRelativeResize="0"/>
          <p:nvPr/>
        </p:nvPicPr>
        <p:blipFill rotWithShape="1">
          <a:blip r:embed="rId6">
            <a:alphaModFix/>
          </a:blip>
          <a:srcRect b="0" l="0" r="0" t="0"/>
          <a:stretch/>
        </p:blipFill>
        <p:spPr>
          <a:xfrm>
            <a:off x="847966" y="2597416"/>
            <a:ext cx="52590" cy="52590"/>
          </a:xfrm>
          <a:prstGeom prst="rect">
            <a:avLst/>
          </a:prstGeom>
          <a:noFill/>
          <a:ln>
            <a:noFill/>
          </a:ln>
        </p:spPr>
      </p:pic>
      <p:pic>
        <p:nvPicPr>
          <p:cNvPr id="415" name="Google Shape;415;p18"/>
          <p:cNvPicPr preferRelativeResize="0"/>
          <p:nvPr/>
        </p:nvPicPr>
        <p:blipFill rotWithShape="1">
          <a:blip r:embed="rId4">
            <a:alphaModFix/>
          </a:blip>
          <a:srcRect b="0" l="0" r="0" t="0"/>
          <a:stretch/>
        </p:blipFill>
        <p:spPr>
          <a:xfrm>
            <a:off x="847966" y="2736596"/>
            <a:ext cx="52590" cy="52590"/>
          </a:xfrm>
          <a:prstGeom prst="rect">
            <a:avLst/>
          </a:prstGeom>
          <a:noFill/>
          <a:ln>
            <a:noFill/>
          </a:ln>
        </p:spPr>
      </p:pic>
      <p:pic>
        <p:nvPicPr>
          <p:cNvPr id="416" name="Google Shape;416;p18"/>
          <p:cNvPicPr preferRelativeResize="0"/>
          <p:nvPr/>
        </p:nvPicPr>
        <p:blipFill rotWithShape="1">
          <a:blip r:embed="rId4">
            <a:alphaModFix/>
          </a:blip>
          <a:srcRect b="0" l="0" r="0" t="0"/>
          <a:stretch/>
        </p:blipFill>
        <p:spPr>
          <a:xfrm>
            <a:off x="847966" y="3014941"/>
            <a:ext cx="52590" cy="52590"/>
          </a:xfrm>
          <a:prstGeom prst="rect">
            <a:avLst/>
          </a:prstGeom>
          <a:noFill/>
          <a:ln>
            <a:noFill/>
          </a:ln>
        </p:spPr>
      </p:pic>
      <p:sp>
        <p:nvSpPr>
          <p:cNvPr id="417" name="Google Shape;417;p18"/>
          <p:cNvSpPr txBox="1"/>
          <p:nvPr/>
        </p:nvSpPr>
        <p:spPr>
          <a:xfrm>
            <a:off x="402925" y="617275"/>
            <a:ext cx="4160700" cy="2698200"/>
          </a:xfrm>
          <a:prstGeom prst="rect">
            <a:avLst/>
          </a:prstGeom>
          <a:noFill/>
          <a:ln>
            <a:noFill/>
          </a:ln>
        </p:spPr>
        <p:txBody>
          <a:bodyPr anchorCtr="0" anchor="t" bIns="0" lIns="0" spcFirstLastPara="1" rIns="0" wrap="square" tIns="36175">
            <a:spAutoFit/>
          </a:bodyPr>
          <a:lstStyle/>
          <a:p>
            <a:pPr indent="0" lvl="0" marL="12700" marR="0" rtl="0" algn="l">
              <a:lnSpc>
                <a:spcPct val="100000"/>
              </a:lnSpc>
              <a:spcBef>
                <a:spcPts val="0"/>
              </a:spcBef>
              <a:spcAft>
                <a:spcPts val="0"/>
              </a:spcAft>
              <a:buNone/>
            </a:pPr>
            <a:r>
              <a:rPr lang="en-US" sz="1100">
                <a:solidFill>
                  <a:schemeClr val="dk1"/>
                </a:solidFill>
                <a:latin typeface="Tahoma"/>
                <a:ea typeface="Tahoma"/>
                <a:cs typeface="Tahoma"/>
                <a:sym typeface="Tahoma"/>
              </a:rPr>
              <a:t>P1: In–Depth Knowledge Required</a:t>
            </a:r>
            <a:endParaRPr sz="1100">
              <a:solidFill>
                <a:schemeClr val="dk1"/>
              </a:solidFill>
              <a:latin typeface="Tahoma"/>
              <a:ea typeface="Tahoma"/>
              <a:cs typeface="Tahoma"/>
              <a:sym typeface="Tahoma"/>
            </a:endParaRPr>
          </a:p>
          <a:p>
            <a:pPr indent="0" lvl="0" marL="289560" marR="487680" rtl="0" algn="l">
              <a:lnSpc>
                <a:spcPct val="100000"/>
              </a:lnSpc>
              <a:spcBef>
                <a:spcPts val="175"/>
              </a:spcBef>
              <a:spcAft>
                <a:spcPts val="0"/>
              </a:spcAft>
              <a:buNone/>
            </a:pPr>
            <a:r>
              <a:rPr lang="en-US" sz="1000">
                <a:solidFill>
                  <a:schemeClr val="dk1"/>
                </a:solidFill>
                <a:latin typeface="Tahoma"/>
                <a:ea typeface="Tahoma"/>
                <a:cs typeface="Tahoma"/>
                <a:sym typeface="Tahoma"/>
              </a:rPr>
              <a:t>knowledge gained from courses/ learning activities beyond the  introductory instructional level</a:t>
            </a:r>
            <a:endParaRPr sz="1000">
              <a:solidFill>
                <a:schemeClr val="dk1"/>
              </a:solidFill>
              <a:latin typeface="Tahoma"/>
              <a:ea typeface="Tahoma"/>
              <a:cs typeface="Tahoma"/>
              <a:sym typeface="Tahoma"/>
            </a:endParaRPr>
          </a:p>
          <a:p>
            <a:pPr indent="0" lvl="0" marL="289560" marR="48895" rtl="0" algn="l">
              <a:lnSpc>
                <a:spcPct val="120000"/>
              </a:lnSpc>
              <a:spcBef>
                <a:spcPts val="35"/>
              </a:spcBef>
              <a:spcAft>
                <a:spcPts val="0"/>
              </a:spcAft>
              <a:buNone/>
            </a:pPr>
            <a:r>
              <a:rPr lang="en-US" sz="1000">
                <a:solidFill>
                  <a:schemeClr val="dk1"/>
                </a:solidFill>
                <a:latin typeface="Tahoma"/>
                <a:ea typeface="Tahoma"/>
                <a:cs typeface="Tahoma"/>
                <a:sym typeface="Tahoma"/>
              </a:rPr>
              <a:t>first Principles are the fundamental concepts/ assumptions on which a  theory, system, or method is based.</a:t>
            </a:r>
            <a:endParaRPr sz="1000">
              <a:solidFill>
                <a:schemeClr val="dk1"/>
              </a:solidFill>
              <a:latin typeface="Tahoma"/>
              <a:ea typeface="Tahoma"/>
              <a:cs typeface="Tahoma"/>
              <a:sym typeface="Tahoma"/>
            </a:endParaRPr>
          </a:p>
          <a:p>
            <a:pPr indent="0" lvl="0" marL="289560" marR="0" rtl="0" algn="l">
              <a:lnSpc>
                <a:spcPct val="115000"/>
              </a:lnSpc>
              <a:spcBef>
                <a:spcPts val="0"/>
              </a:spcBef>
              <a:spcAft>
                <a:spcPts val="0"/>
              </a:spcAft>
              <a:buNone/>
            </a:pPr>
            <a:r>
              <a:rPr lang="en-US" sz="1000">
                <a:solidFill>
                  <a:schemeClr val="dk1"/>
                </a:solidFill>
                <a:latin typeface="Tahoma"/>
                <a:ea typeface="Tahoma"/>
                <a:cs typeface="Tahoma"/>
                <a:sym typeface="Tahoma"/>
              </a:rPr>
              <a:t>Apply some standard formulae or theoretical models mixed by exposure</a:t>
            </a:r>
            <a:endParaRPr sz="1000">
              <a:solidFill>
                <a:schemeClr val="dk1"/>
              </a:solidFill>
              <a:latin typeface="Tahoma"/>
              <a:ea typeface="Tahoma"/>
              <a:cs typeface="Tahoma"/>
              <a:sym typeface="Tahoma"/>
            </a:endParaRPr>
          </a:p>
          <a:p>
            <a:pPr indent="0" lvl="0" marL="289560" marR="0" rtl="0" algn="l">
              <a:lnSpc>
                <a:spcPct val="120000"/>
              </a:lnSpc>
              <a:spcBef>
                <a:spcPts val="0"/>
              </a:spcBef>
              <a:spcAft>
                <a:spcPts val="0"/>
              </a:spcAft>
              <a:buNone/>
            </a:pPr>
            <a:r>
              <a:rPr lang="en-US" sz="1000">
                <a:solidFill>
                  <a:schemeClr val="dk1"/>
                </a:solidFill>
                <a:latin typeface="Tahoma"/>
                <a:ea typeface="Tahoma"/>
                <a:cs typeface="Tahoma"/>
                <a:sym typeface="Tahoma"/>
              </a:rPr>
              <a:t>to similar problems</a:t>
            </a:r>
            <a:endParaRPr sz="1000">
              <a:solidFill>
                <a:schemeClr val="dk1"/>
              </a:solidFill>
              <a:latin typeface="Tahoma"/>
              <a:ea typeface="Tahoma"/>
              <a:cs typeface="Tahoma"/>
              <a:sym typeface="Tahoma"/>
            </a:endParaRPr>
          </a:p>
          <a:p>
            <a:pPr indent="0" lvl="0" marL="12700" marR="0" rtl="0" algn="l">
              <a:lnSpc>
                <a:spcPct val="100000"/>
              </a:lnSpc>
              <a:spcBef>
                <a:spcPts val="190"/>
              </a:spcBef>
              <a:spcAft>
                <a:spcPts val="0"/>
              </a:spcAft>
              <a:buNone/>
            </a:pPr>
            <a:r>
              <a:rPr lang="en-US" sz="1100">
                <a:solidFill>
                  <a:schemeClr val="dk1"/>
                </a:solidFill>
                <a:latin typeface="Tahoma"/>
                <a:ea typeface="Tahoma"/>
                <a:cs typeface="Tahoma"/>
                <a:sym typeface="Tahoma"/>
              </a:rPr>
              <a:t>P2: Range of conflicting requirements</a:t>
            </a:r>
            <a:endParaRPr sz="1100">
              <a:solidFill>
                <a:schemeClr val="dk1"/>
              </a:solidFill>
              <a:latin typeface="Tahoma"/>
              <a:ea typeface="Tahoma"/>
              <a:cs typeface="Tahoma"/>
              <a:sym typeface="Tahoma"/>
            </a:endParaRPr>
          </a:p>
          <a:p>
            <a:pPr indent="0" lvl="0" marL="289560" marR="915035" rtl="0" algn="l">
              <a:lnSpc>
                <a:spcPct val="95500"/>
              </a:lnSpc>
              <a:spcBef>
                <a:spcPts val="229"/>
              </a:spcBef>
              <a:spcAft>
                <a:spcPts val="0"/>
              </a:spcAft>
              <a:buNone/>
            </a:pPr>
            <a:r>
              <a:rPr lang="en-US" sz="1000">
                <a:solidFill>
                  <a:schemeClr val="dk1"/>
                </a:solidFill>
                <a:latin typeface="Tahoma"/>
                <a:ea typeface="Tahoma"/>
                <a:cs typeface="Tahoma"/>
                <a:sym typeface="Tahoma"/>
              </a:rPr>
              <a:t>What constraints are placed to resolve the problem?  What conflicting demands in the developing a design?  How the constraints were identified?</a:t>
            </a:r>
            <a:endParaRPr sz="1000">
              <a:solidFill>
                <a:schemeClr val="dk1"/>
              </a:solidFill>
              <a:latin typeface="Tahoma"/>
              <a:ea typeface="Tahoma"/>
              <a:cs typeface="Tahoma"/>
              <a:sym typeface="Tahoma"/>
            </a:endParaRPr>
          </a:p>
          <a:p>
            <a:pPr indent="0" lvl="0" marL="566420" marR="0" rtl="0" algn="l">
              <a:lnSpc>
                <a:spcPct val="100000"/>
              </a:lnSpc>
              <a:spcBef>
                <a:spcPts val="195"/>
              </a:spcBef>
              <a:spcAft>
                <a:spcPts val="0"/>
              </a:spcAft>
              <a:buNone/>
            </a:pPr>
            <a:r>
              <a:rPr lang="en-US" sz="900">
                <a:solidFill>
                  <a:schemeClr val="dk1"/>
                </a:solidFill>
                <a:latin typeface="Helvetica Neue"/>
                <a:ea typeface="Helvetica Neue"/>
                <a:cs typeface="Helvetica Neue"/>
                <a:sym typeface="Helvetica Neue"/>
              </a:rPr>
              <a:t>they may have been part of the brief,</a:t>
            </a:r>
            <a:endParaRPr sz="900">
              <a:solidFill>
                <a:schemeClr val="dk1"/>
              </a:solidFill>
              <a:latin typeface="Helvetica Neue"/>
              <a:ea typeface="Helvetica Neue"/>
              <a:cs typeface="Helvetica Neue"/>
              <a:sym typeface="Helvetica Neue"/>
            </a:endParaRPr>
          </a:p>
          <a:p>
            <a:pPr indent="0" lvl="0" marL="566420" marR="52705" rtl="0" algn="l">
              <a:lnSpc>
                <a:spcPct val="101499"/>
              </a:lnSpc>
              <a:spcBef>
                <a:spcPts val="0"/>
              </a:spcBef>
              <a:spcAft>
                <a:spcPts val="0"/>
              </a:spcAft>
              <a:buNone/>
            </a:pPr>
            <a:r>
              <a:rPr lang="en-US" sz="900">
                <a:solidFill>
                  <a:schemeClr val="dk1"/>
                </a:solidFill>
                <a:latin typeface="Helvetica Neue"/>
                <a:ea typeface="Helvetica Neue"/>
                <a:cs typeface="Helvetica Neue"/>
                <a:sym typeface="Helvetica Neue"/>
              </a:rPr>
              <a:t>they may have only become apparent once they started addressing the  problem, or</a:t>
            </a:r>
            <a:endParaRPr sz="900">
              <a:solidFill>
                <a:schemeClr val="dk1"/>
              </a:solidFill>
              <a:latin typeface="Helvetica Neue"/>
              <a:ea typeface="Helvetica Neue"/>
              <a:cs typeface="Helvetica Neue"/>
              <a:sym typeface="Helvetica Neue"/>
            </a:endParaRPr>
          </a:p>
          <a:p>
            <a:pPr indent="0" lvl="0" marL="566420" marR="0" rtl="0" algn="l">
              <a:lnSpc>
                <a:spcPct val="100000"/>
              </a:lnSpc>
              <a:spcBef>
                <a:spcPts val="15"/>
              </a:spcBef>
              <a:spcAft>
                <a:spcPts val="0"/>
              </a:spcAft>
              <a:buNone/>
            </a:pPr>
            <a:r>
              <a:rPr lang="en-US" sz="900">
                <a:solidFill>
                  <a:schemeClr val="dk1"/>
                </a:solidFill>
                <a:latin typeface="Helvetica Neue"/>
                <a:ea typeface="Helvetica Neue"/>
                <a:cs typeface="Helvetica Neue"/>
                <a:sym typeface="Helvetica Neue"/>
              </a:rPr>
              <a:t>the brief may have implied or only referenced to them loosely</a:t>
            </a:r>
            <a:endParaRPr sz="900">
              <a:solidFill>
                <a:schemeClr val="dk1"/>
              </a:solidFill>
              <a:latin typeface="Helvetica Neue"/>
              <a:ea typeface="Helvetica Neue"/>
              <a:cs typeface="Helvetica Neue"/>
              <a:sym typeface="Helvetica Neue"/>
            </a:endParaRPr>
          </a:p>
        </p:txBody>
      </p:sp>
      <p:sp>
        <p:nvSpPr>
          <p:cNvPr id="418" name="Google Shape;418;p18"/>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419" name="Google Shape;419;p18"/>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19"/>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Complex Engineering Problem Solving</a:t>
            </a:r>
            <a:endParaRPr sz="1400">
              <a:solidFill>
                <a:schemeClr val="accent1"/>
              </a:solidFill>
              <a:latin typeface="Trebuchet MS"/>
              <a:ea typeface="Trebuchet MS"/>
              <a:cs typeface="Trebuchet MS"/>
              <a:sym typeface="Trebuchet MS"/>
            </a:endParaRPr>
          </a:p>
        </p:txBody>
      </p:sp>
      <p:pic>
        <p:nvPicPr>
          <p:cNvPr id="425" name="Google Shape;425;p19"/>
          <p:cNvPicPr preferRelativeResize="0"/>
          <p:nvPr/>
        </p:nvPicPr>
        <p:blipFill rotWithShape="1">
          <a:blip r:embed="rId3">
            <a:alphaModFix/>
          </a:blip>
          <a:srcRect b="0" l="0" r="0" t="0"/>
          <a:stretch/>
        </p:blipFill>
        <p:spPr>
          <a:xfrm>
            <a:off x="281089" y="931329"/>
            <a:ext cx="65265" cy="65265"/>
          </a:xfrm>
          <a:prstGeom prst="rect">
            <a:avLst/>
          </a:prstGeom>
          <a:noFill/>
          <a:ln>
            <a:noFill/>
          </a:ln>
        </p:spPr>
      </p:pic>
      <p:pic>
        <p:nvPicPr>
          <p:cNvPr id="426" name="Google Shape;426;p19"/>
          <p:cNvPicPr preferRelativeResize="0"/>
          <p:nvPr/>
        </p:nvPicPr>
        <p:blipFill rotWithShape="1">
          <a:blip r:embed="rId4">
            <a:alphaModFix/>
          </a:blip>
          <a:srcRect b="0" l="0" r="0" t="0"/>
          <a:stretch/>
        </p:blipFill>
        <p:spPr>
          <a:xfrm>
            <a:off x="570865" y="1121143"/>
            <a:ext cx="52590" cy="52590"/>
          </a:xfrm>
          <a:prstGeom prst="rect">
            <a:avLst/>
          </a:prstGeom>
          <a:noFill/>
          <a:ln>
            <a:noFill/>
          </a:ln>
        </p:spPr>
      </p:pic>
      <p:pic>
        <p:nvPicPr>
          <p:cNvPr id="427" name="Google Shape;427;p19"/>
          <p:cNvPicPr preferRelativeResize="0"/>
          <p:nvPr/>
        </p:nvPicPr>
        <p:blipFill rotWithShape="1">
          <a:blip r:embed="rId4">
            <a:alphaModFix/>
          </a:blip>
          <a:srcRect b="0" l="0" r="0" t="0"/>
          <a:stretch/>
        </p:blipFill>
        <p:spPr>
          <a:xfrm>
            <a:off x="570865" y="1272972"/>
            <a:ext cx="52590" cy="52590"/>
          </a:xfrm>
          <a:prstGeom prst="rect">
            <a:avLst/>
          </a:prstGeom>
          <a:noFill/>
          <a:ln>
            <a:noFill/>
          </a:ln>
        </p:spPr>
      </p:pic>
      <p:pic>
        <p:nvPicPr>
          <p:cNvPr id="428" name="Google Shape;428;p19"/>
          <p:cNvPicPr preferRelativeResize="0"/>
          <p:nvPr/>
        </p:nvPicPr>
        <p:blipFill rotWithShape="1">
          <a:blip r:embed="rId4">
            <a:alphaModFix/>
          </a:blip>
          <a:srcRect b="0" l="0" r="0" t="0"/>
          <a:stretch/>
        </p:blipFill>
        <p:spPr>
          <a:xfrm>
            <a:off x="570865" y="1424800"/>
            <a:ext cx="52590" cy="52590"/>
          </a:xfrm>
          <a:prstGeom prst="rect">
            <a:avLst/>
          </a:prstGeom>
          <a:noFill/>
          <a:ln>
            <a:noFill/>
          </a:ln>
        </p:spPr>
      </p:pic>
      <p:pic>
        <p:nvPicPr>
          <p:cNvPr id="429" name="Google Shape;429;p19"/>
          <p:cNvPicPr preferRelativeResize="0"/>
          <p:nvPr/>
        </p:nvPicPr>
        <p:blipFill rotWithShape="1">
          <a:blip r:embed="rId4">
            <a:alphaModFix/>
          </a:blip>
          <a:srcRect b="0" l="0" r="0" t="0"/>
          <a:stretch/>
        </p:blipFill>
        <p:spPr>
          <a:xfrm>
            <a:off x="570865" y="2032127"/>
            <a:ext cx="52590" cy="52590"/>
          </a:xfrm>
          <a:prstGeom prst="rect">
            <a:avLst/>
          </a:prstGeom>
          <a:noFill/>
          <a:ln>
            <a:noFill/>
          </a:ln>
        </p:spPr>
      </p:pic>
      <p:pic>
        <p:nvPicPr>
          <p:cNvPr id="430" name="Google Shape;430;p19"/>
          <p:cNvPicPr preferRelativeResize="0"/>
          <p:nvPr/>
        </p:nvPicPr>
        <p:blipFill rotWithShape="1">
          <a:blip r:embed="rId3">
            <a:alphaModFix/>
          </a:blip>
          <a:srcRect b="0" l="0" r="0" t="0"/>
          <a:stretch/>
        </p:blipFill>
        <p:spPr>
          <a:xfrm>
            <a:off x="281089" y="2361069"/>
            <a:ext cx="65265" cy="65265"/>
          </a:xfrm>
          <a:prstGeom prst="rect">
            <a:avLst/>
          </a:prstGeom>
          <a:noFill/>
          <a:ln>
            <a:noFill/>
          </a:ln>
        </p:spPr>
      </p:pic>
      <p:pic>
        <p:nvPicPr>
          <p:cNvPr id="431" name="Google Shape;431;p19"/>
          <p:cNvPicPr preferRelativeResize="0"/>
          <p:nvPr/>
        </p:nvPicPr>
        <p:blipFill rotWithShape="1">
          <a:blip r:embed="rId4">
            <a:alphaModFix/>
          </a:blip>
          <a:srcRect b="0" l="0" r="0" t="0"/>
          <a:stretch/>
        </p:blipFill>
        <p:spPr>
          <a:xfrm>
            <a:off x="570865" y="2550884"/>
            <a:ext cx="52590" cy="52590"/>
          </a:xfrm>
          <a:prstGeom prst="rect">
            <a:avLst/>
          </a:prstGeom>
          <a:noFill/>
          <a:ln>
            <a:noFill/>
          </a:ln>
        </p:spPr>
      </p:pic>
      <p:pic>
        <p:nvPicPr>
          <p:cNvPr id="432" name="Google Shape;432;p19"/>
          <p:cNvPicPr preferRelativeResize="0"/>
          <p:nvPr/>
        </p:nvPicPr>
        <p:blipFill rotWithShape="1">
          <a:blip r:embed="rId4">
            <a:alphaModFix/>
          </a:blip>
          <a:srcRect b="0" l="0" r="0" t="0"/>
          <a:stretch/>
        </p:blipFill>
        <p:spPr>
          <a:xfrm>
            <a:off x="570865" y="2702712"/>
            <a:ext cx="52590" cy="52590"/>
          </a:xfrm>
          <a:prstGeom prst="rect">
            <a:avLst/>
          </a:prstGeom>
          <a:noFill/>
          <a:ln>
            <a:noFill/>
          </a:ln>
        </p:spPr>
      </p:pic>
      <p:sp>
        <p:nvSpPr>
          <p:cNvPr id="433" name="Google Shape;433;p19"/>
          <p:cNvSpPr txBox="1"/>
          <p:nvPr/>
        </p:nvSpPr>
        <p:spPr>
          <a:xfrm>
            <a:off x="402925" y="677975"/>
            <a:ext cx="4104300" cy="2493000"/>
          </a:xfrm>
          <a:prstGeom prst="rect">
            <a:avLst/>
          </a:prstGeom>
          <a:noFill/>
          <a:ln>
            <a:noFill/>
          </a:ln>
        </p:spPr>
        <p:txBody>
          <a:bodyPr anchorCtr="0" anchor="t" bIns="0" lIns="0" spcFirstLastPara="1" rIns="0" wrap="square" tIns="36175">
            <a:spAutoFit/>
          </a:bodyPr>
          <a:lstStyle/>
          <a:p>
            <a:pPr indent="0" lvl="0" marL="12700" marR="0" rtl="0" algn="l">
              <a:lnSpc>
                <a:spcPct val="100000"/>
              </a:lnSpc>
              <a:spcBef>
                <a:spcPts val="0"/>
              </a:spcBef>
              <a:spcAft>
                <a:spcPts val="0"/>
              </a:spcAft>
              <a:buNone/>
            </a:pPr>
            <a:r>
              <a:rPr lang="en-US" sz="1100">
                <a:solidFill>
                  <a:schemeClr val="dk1"/>
                </a:solidFill>
                <a:latin typeface="Tahoma"/>
                <a:ea typeface="Tahoma"/>
                <a:cs typeface="Tahoma"/>
                <a:sym typeface="Tahoma"/>
              </a:rPr>
              <a:t>P3: Depth of analysis required</a:t>
            </a:r>
            <a:endParaRPr sz="1100">
              <a:solidFill>
                <a:schemeClr val="dk1"/>
              </a:solidFill>
              <a:latin typeface="Tahoma"/>
              <a:ea typeface="Tahoma"/>
              <a:cs typeface="Tahoma"/>
              <a:sym typeface="Tahoma"/>
            </a:endParaRPr>
          </a:p>
          <a:p>
            <a:pPr indent="0" lvl="0" marL="289560" marR="46990" rtl="0" algn="l">
              <a:lnSpc>
                <a:spcPct val="100000"/>
              </a:lnSpc>
              <a:spcBef>
                <a:spcPts val="175"/>
              </a:spcBef>
              <a:spcAft>
                <a:spcPts val="0"/>
              </a:spcAft>
              <a:buNone/>
            </a:pPr>
            <a:r>
              <a:rPr lang="en-US" sz="1000">
                <a:solidFill>
                  <a:schemeClr val="dk1"/>
                </a:solidFill>
                <a:latin typeface="Tahoma"/>
                <a:ea typeface="Tahoma"/>
                <a:cs typeface="Tahoma"/>
                <a:sym typeface="Tahoma"/>
              </a:rPr>
              <a:t>What are guidance/ constraints given to develop the solution/ design?  There might be multiple solutions</a:t>
            </a:r>
            <a:endParaRPr sz="1000">
              <a:solidFill>
                <a:schemeClr val="dk1"/>
              </a:solidFill>
              <a:latin typeface="Tahoma"/>
              <a:ea typeface="Tahoma"/>
              <a:cs typeface="Tahoma"/>
              <a:sym typeface="Tahoma"/>
            </a:endParaRPr>
          </a:p>
          <a:p>
            <a:pPr indent="0" lvl="0" marL="289560" marR="5080" rtl="0" algn="l">
              <a:lnSpc>
                <a:spcPct val="120000"/>
              </a:lnSpc>
              <a:spcBef>
                <a:spcPts val="35"/>
              </a:spcBef>
              <a:spcAft>
                <a:spcPts val="0"/>
              </a:spcAft>
              <a:buNone/>
            </a:pPr>
            <a:r>
              <a:rPr lang="en-US" sz="1000">
                <a:solidFill>
                  <a:schemeClr val="dk1"/>
                </a:solidFill>
                <a:latin typeface="Tahoma"/>
                <a:ea typeface="Tahoma"/>
                <a:cs typeface="Tahoma"/>
                <a:sym typeface="Tahoma"/>
              </a:rPr>
              <a:t>Students may have been given clear boundaries and specific details of  what they had to do, or they may have had to define some or all of the  boundaries to the problem themselves and work with </a:t>
            </a:r>
            <a:r>
              <a:rPr b="1" lang="en-US" sz="1000">
                <a:solidFill>
                  <a:schemeClr val="dk1"/>
                </a:solidFill>
                <a:latin typeface="Arial"/>
                <a:ea typeface="Arial"/>
                <a:cs typeface="Arial"/>
                <a:sym typeface="Arial"/>
              </a:rPr>
              <a:t>limited  information </a:t>
            </a:r>
            <a:r>
              <a:rPr lang="en-US" sz="1000">
                <a:solidFill>
                  <a:schemeClr val="dk1"/>
                </a:solidFill>
                <a:latin typeface="Tahoma"/>
                <a:ea typeface="Tahoma"/>
                <a:cs typeface="Tahoma"/>
                <a:sym typeface="Tahoma"/>
              </a:rPr>
              <a:t>to decide how the work should be carried out</a:t>
            </a:r>
            <a:endParaRPr sz="1000">
              <a:solidFill>
                <a:schemeClr val="dk1"/>
              </a:solidFill>
              <a:latin typeface="Tahoma"/>
              <a:ea typeface="Tahoma"/>
              <a:cs typeface="Tahoma"/>
              <a:sym typeface="Tahoma"/>
            </a:endParaRPr>
          </a:p>
          <a:p>
            <a:pPr indent="0" lvl="0" marL="289560" marR="0" rtl="0" algn="l">
              <a:lnSpc>
                <a:spcPct val="114000"/>
              </a:lnSpc>
              <a:spcBef>
                <a:spcPts val="0"/>
              </a:spcBef>
              <a:spcAft>
                <a:spcPts val="0"/>
              </a:spcAft>
              <a:buNone/>
            </a:pPr>
            <a:r>
              <a:rPr lang="en-US" sz="1000">
                <a:solidFill>
                  <a:schemeClr val="dk1"/>
                </a:solidFill>
                <a:latin typeface="Tahoma"/>
                <a:ea typeface="Tahoma"/>
                <a:cs typeface="Tahoma"/>
                <a:sym typeface="Tahoma"/>
              </a:rPr>
              <a:t>The problem may have been the one that they regularly encountered</a:t>
            </a:r>
            <a:endParaRPr sz="1000">
              <a:solidFill>
                <a:schemeClr val="dk1"/>
              </a:solidFill>
              <a:latin typeface="Tahoma"/>
              <a:ea typeface="Tahoma"/>
              <a:cs typeface="Tahoma"/>
              <a:sym typeface="Tahoma"/>
            </a:endParaRPr>
          </a:p>
          <a:p>
            <a:pPr indent="0" lvl="0" marL="289560" marR="0" rtl="0" algn="l">
              <a:lnSpc>
                <a:spcPct val="120000"/>
              </a:lnSpc>
              <a:spcBef>
                <a:spcPts val="0"/>
              </a:spcBef>
              <a:spcAft>
                <a:spcPts val="0"/>
              </a:spcAft>
              <a:buNone/>
            </a:pPr>
            <a:r>
              <a:rPr lang="en-US" sz="1000">
                <a:solidFill>
                  <a:schemeClr val="dk1"/>
                </a:solidFill>
                <a:latin typeface="Tahoma"/>
                <a:ea typeface="Tahoma"/>
                <a:cs typeface="Tahoma"/>
                <a:sym typeface="Tahoma"/>
              </a:rPr>
              <a:t>but with slight </a:t>
            </a:r>
            <a:r>
              <a:rPr lang="en-US" sz="1000">
                <a:solidFill>
                  <a:srgbClr val="BC1919"/>
                </a:solidFill>
                <a:latin typeface="Tahoma"/>
                <a:ea typeface="Tahoma"/>
                <a:cs typeface="Tahoma"/>
                <a:sym typeface="Tahoma"/>
              </a:rPr>
              <a:t>case-specific variations</a:t>
            </a:r>
            <a:r>
              <a:rPr lang="en-US" sz="1000">
                <a:solidFill>
                  <a:schemeClr val="dk1"/>
                </a:solidFill>
                <a:latin typeface="Tahoma"/>
                <a:ea typeface="Tahoma"/>
                <a:cs typeface="Tahoma"/>
                <a:sym typeface="Tahoma"/>
              </a:rPr>
              <a:t>.</a:t>
            </a:r>
            <a:endParaRPr sz="1000">
              <a:solidFill>
                <a:schemeClr val="dk1"/>
              </a:solidFill>
              <a:latin typeface="Tahoma"/>
              <a:ea typeface="Tahoma"/>
              <a:cs typeface="Tahoma"/>
              <a:sym typeface="Tahoma"/>
            </a:endParaRPr>
          </a:p>
          <a:p>
            <a:pPr indent="0" lvl="0" marL="12700" marR="0" rtl="0" algn="l">
              <a:lnSpc>
                <a:spcPct val="100000"/>
              </a:lnSpc>
              <a:spcBef>
                <a:spcPts val="190"/>
              </a:spcBef>
              <a:spcAft>
                <a:spcPts val="0"/>
              </a:spcAft>
              <a:buNone/>
            </a:pPr>
            <a:r>
              <a:rPr lang="en-US" sz="1100">
                <a:solidFill>
                  <a:schemeClr val="dk1"/>
                </a:solidFill>
                <a:latin typeface="Tahoma"/>
                <a:ea typeface="Tahoma"/>
                <a:cs typeface="Tahoma"/>
                <a:sym typeface="Tahoma"/>
              </a:rPr>
              <a:t>P4: Familiarity of issues</a:t>
            </a:r>
            <a:endParaRPr sz="1100">
              <a:solidFill>
                <a:schemeClr val="dk1"/>
              </a:solidFill>
              <a:latin typeface="Tahoma"/>
              <a:ea typeface="Tahoma"/>
              <a:cs typeface="Tahoma"/>
              <a:sym typeface="Tahoma"/>
            </a:endParaRPr>
          </a:p>
          <a:p>
            <a:pPr indent="0" lvl="0" marL="289560" marR="431165" rtl="0" algn="l">
              <a:lnSpc>
                <a:spcPct val="100000"/>
              </a:lnSpc>
              <a:spcBef>
                <a:spcPts val="175"/>
              </a:spcBef>
              <a:spcAft>
                <a:spcPts val="0"/>
              </a:spcAft>
              <a:buNone/>
            </a:pPr>
            <a:r>
              <a:rPr lang="en-US" sz="1000">
                <a:solidFill>
                  <a:schemeClr val="dk1"/>
                </a:solidFill>
                <a:latin typeface="Tahoma"/>
                <a:ea typeface="Tahoma"/>
                <a:cs typeface="Tahoma"/>
                <a:sym typeface="Tahoma"/>
              </a:rPr>
              <a:t>New problem not previously or only rarely encountered.  Familiar problem with some (or many) unique issues that made  resolution difficulty level increased.</a:t>
            </a:r>
            <a:endParaRPr sz="1000">
              <a:solidFill>
                <a:schemeClr val="dk1"/>
              </a:solidFill>
              <a:latin typeface="Tahoma"/>
              <a:ea typeface="Tahoma"/>
              <a:cs typeface="Tahoma"/>
              <a:sym typeface="Tahoma"/>
            </a:endParaRPr>
          </a:p>
        </p:txBody>
      </p:sp>
      <p:sp>
        <p:nvSpPr>
          <p:cNvPr id="434" name="Google Shape;434;p19"/>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435" name="Google Shape;435;p19"/>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0"/>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Complex Engineering Problem Solving</a:t>
            </a:r>
            <a:endParaRPr sz="1400">
              <a:solidFill>
                <a:schemeClr val="accent1"/>
              </a:solidFill>
              <a:latin typeface="Trebuchet MS"/>
              <a:ea typeface="Trebuchet MS"/>
              <a:cs typeface="Trebuchet MS"/>
              <a:sym typeface="Trebuchet MS"/>
            </a:endParaRPr>
          </a:p>
        </p:txBody>
      </p:sp>
      <p:pic>
        <p:nvPicPr>
          <p:cNvPr id="441" name="Google Shape;441;p20"/>
          <p:cNvPicPr preferRelativeResize="0"/>
          <p:nvPr/>
        </p:nvPicPr>
        <p:blipFill rotWithShape="1">
          <a:blip r:embed="rId3">
            <a:alphaModFix/>
          </a:blip>
          <a:srcRect b="0" l="0" r="0" t="0"/>
          <a:stretch/>
        </p:blipFill>
        <p:spPr>
          <a:xfrm>
            <a:off x="281089" y="630440"/>
            <a:ext cx="65265" cy="65265"/>
          </a:xfrm>
          <a:prstGeom prst="rect">
            <a:avLst/>
          </a:prstGeom>
          <a:noFill/>
          <a:ln>
            <a:noFill/>
          </a:ln>
        </p:spPr>
      </p:pic>
      <p:pic>
        <p:nvPicPr>
          <p:cNvPr id="442" name="Google Shape;442;p20"/>
          <p:cNvPicPr preferRelativeResize="0"/>
          <p:nvPr/>
        </p:nvPicPr>
        <p:blipFill rotWithShape="1">
          <a:blip r:embed="rId4">
            <a:alphaModFix/>
          </a:blip>
          <a:srcRect b="0" l="0" r="0" t="0"/>
          <a:stretch/>
        </p:blipFill>
        <p:spPr>
          <a:xfrm>
            <a:off x="570865" y="807199"/>
            <a:ext cx="52590" cy="52590"/>
          </a:xfrm>
          <a:prstGeom prst="rect">
            <a:avLst/>
          </a:prstGeom>
          <a:noFill/>
          <a:ln>
            <a:noFill/>
          </a:ln>
        </p:spPr>
      </p:pic>
      <p:pic>
        <p:nvPicPr>
          <p:cNvPr id="443" name="Google Shape;443;p20"/>
          <p:cNvPicPr preferRelativeResize="0"/>
          <p:nvPr/>
        </p:nvPicPr>
        <p:blipFill rotWithShape="1">
          <a:blip r:embed="rId5">
            <a:alphaModFix/>
          </a:blip>
          <a:srcRect b="0" l="0" r="0" t="0"/>
          <a:stretch/>
        </p:blipFill>
        <p:spPr>
          <a:xfrm>
            <a:off x="570865" y="1110856"/>
            <a:ext cx="52590" cy="52590"/>
          </a:xfrm>
          <a:prstGeom prst="rect">
            <a:avLst/>
          </a:prstGeom>
          <a:noFill/>
          <a:ln>
            <a:noFill/>
          </a:ln>
        </p:spPr>
      </p:pic>
      <p:pic>
        <p:nvPicPr>
          <p:cNvPr id="444" name="Google Shape;444;p20"/>
          <p:cNvPicPr preferRelativeResize="0"/>
          <p:nvPr/>
        </p:nvPicPr>
        <p:blipFill rotWithShape="1">
          <a:blip r:embed="rId6">
            <a:alphaModFix/>
          </a:blip>
          <a:srcRect b="0" l="0" r="0" t="0"/>
          <a:stretch/>
        </p:blipFill>
        <p:spPr>
          <a:xfrm>
            <a:off x="281089" y="1723872"/>
            <a:ext cx="65265" cy="65265"/>
          </a:xfrm>
          <a:prstGeom prst="rect">
            <a:avLst/>
          </a:prstGeom>
          <a:noFill/>
          <a:ln>
            <a:noFill/>
          </a:ln>
        </p:spPr>
      </p:pic>
      <p:pic>
        <p:nvPicPr>
          <p:cNvPr id="445" name="Google Shape;445;p20"/>
          <p:cNvPicPr preferRelativeResize="0"/>
          <p:nvPr/>
        </p:nvPicPr>
        <p:blipFill rotWithShape="1">
          <a:blip r:embed="rId4">
            <a:alphaModFix/>
          </a:blip>
          <a:srcRect b="0" l="0" r="0" t="0"/>
          <a:stretch/>
        </p:blipFill>
        <p:spPr>
          <a:xfrm>
            <a:off x="570865" y="2052447"/>
            <a:ext cx="52590" cy="52590"/>
          </a:xfrm>
          <a:prstGeom prst="rect">
            <a:avLst/>
          </a:prstGeom>
          <a:noFill/>
          <a:ln>
            <a:noFill/>
          </a:ln>
        </p:spPr>
      </p:pic>
      <p:pic>
        <p:nvPicPr>
          <p:cNvPr id="446" name="Google Shape;446;p20"/>
          <p:cNvPicPr preferRelativeResize="0"/>
          <p:nvPr/>
        </p:nvPicPr>
        <p:blipFill rotWithShape="1">
          <a:blip r:embed="rId4">
            <a:alphaModFix/>
          </a:blip>
          <a:srcRect b="0" l="0" r="0" t="0"/>
          <a:stretch/>
        </p:blipFill>
        <p:spPr>
          <a:xfrm>
            <a:off x="570865" y="2204275"/>
            <a:ext cx="52590" cy="52590"/>
          </a:xfrm>
          <a:prstGeom prst="rect">
            <a:avLst/>
          </a:prstGeom>
          <a:noFill/>
          <a:ln>
            <a:noFill/>
          </a:ln>
        </p:spPr>
      </p:pic>
      <p:pic>
        <p:nvPicPr>
          <p:cNvPr id="447" name="Google Shape;447;p20"/>
          <p:cNvPicPr preferRelativeResize="0"/>
          <p:nvPr/>
        </p:nvPicPr>
        <p:blipFill rotWithShape="1">
          <a:blip r:embed="rId4">
            <a:alphaModFix/>
          </a:blip>
          <a:srcRect b="0" l="0" r="0" t="0"/>
          <a:stretch/>
        </p:blipFill>
        <p:spPr>
          <a:xfrm>
            <a:off x="570865" y="2356116"/>
            <a:ext cx="52590" cy="52590"/>
          </a:xfrm>
          <a:prstGeom prst="rect">
            <a:avLst/>
          </a:prstGeom>
          <a:noFill/>
          <a:ln>
            <a:noFill/>
          </a:ln>
        </p:spPr>
      </p:pic>
      <p:pic>
        <p:nvPicPr>
          <p:cNvPr id="448" name="Google Shape;448;p20"/>
          <p:cNvPicPr preferRelativeResize="0"/>
          <p:nvPr/>
        </p:nvPicPr>
        <p:blipFill rotWithShape="1">
          <a:blip r:embed="rId5">
            <a:alphaModFix/>
          </a:blip>
          <a:srcRect b="0" l="0" r="0" t="0"/>
          <a:stretch/>
        </p:blipFill>
        <p:spPr>
          <a:xfrm>
            <a:off x="570865" y="2659773"/>
            <a:ext cx="52590" cy="52590"/>
          </a:xfrm>
          <a:prstGeom prst="rect">
            <a:avLst/>
          </a:prstGeom>
          <a:noFill/>
          <a:ln>
            <a:noFill/>
          </a:ln>
        </p:spPr>
      </p:pic>
      <p:pic>
        <p:nvPicPr>
          <p:cNvPr id="449" name="Google Shape;449;p20"/>
          <p:cNvPicPr preferRelativeResize="0"/>
          <p:nvPr/>
        </p:nvPicPr>
        <p:blipFill rotWithShape="1">
          <a:blip r:embed="rId3">
            <a:alphaModFix/>
          </a:blip>
          <a:srcRect b="0" l="0" r="0" t="0"/>
          <a:stretch/>
        </p:blipFill>
        <p:spPr>
          <a:xfrm>
            <a:off x="281089" y="2969133"/>
            <a:ext cx="65265" cy="65265"/>
          </a:xfrm>
          <a:prstGeom prst="rect">
            <a:avLst/>
          </a:prstGeom>
          <a:noFill/>
          <a:ln>
            <a:noFill/>
          </a:ln>
        </p:spPr>
      </p:pic>
      <p:pic>
        <p:nvPicPr>
          <p:cNvPr id="450" name="Google Shape;450;p20"/>
          <p:cNvPicPr preferRelativeResize="0"/>
          <p:nvPr/>
        </p:nvPicPr>
        <p:blipFill rotWithShape="1">
          <a:blip r:embed="rId5">
            <a:alphaModFix/>
          </a:blip>
          <a:srcRect b="0" l="0" r="0" t="0"/>
          <a:stretch/>
        </p:blipFill>
        <p:spPr>
          <a:xfrm>
            <a:off x="570865" y="3145878"/>
            <a:ext cx="52590" cy="52590"/>
          </a:xfrm>
          <a:prstGeom prst="rect">
            <a:avLst/>
          </a:prstGeom>
          <a:noFill/>
          <a:ln>
            <a:noFill/>
          </a:ln>
        </p:spPr>
      </p:pic>
      <p:sp>
        <p:nvSpPr>
          <p:cNvPr id="451" name="Google Shape;451;p20"/>
          <p:cNvSpPr txBox="1"/>
          <p:nvPr/>
        </p:nvSpPr>
        <p:spPr>
          <a:xfrm>
            <a:off x="402932" y="536202"/>
            <a:ext cx="4047490" cy="2854960"/>
          </a:xfrm>
          <a:prstGeom prst="rect">
            <a:avLst/>
          </a:prstGeom>
          <a:noFill/>
          <a:ln>
            <a:noFill/>
          </a:ln>
        </p:spPr>
        <p:txBody>
          <a:bodyPr anchorCtr="0" anchor="t" bIns="0" lIns="0" spcFirstLastPara="1" rIns="0" wrap="square" tIns="22225">
            <a:spAutoFit/>
          </a:bodyPr>
          <a:lstStyle/>
          <a:p>
            <a:pPr indent="0" lvl="0" marL="12700" marR="0" rtl="0" algn="l">
              <a:lnSpc>
                <a:spcPct val="100000"/>
              </a:lnSpc>
              <a:spcBef>
                <a:spcPts val="0"/>
              </a:spcBef>
              <a:spcAft>
                <a:spcPts val="0"/>
              </a:spcAft>
              <a:buNone/>
            </a:pPr>
            <a:r>
              <a:rPr lang="en-US" sz="1100">
                <a:solidFill>
                  <a:schemeClr val="dk1"/>
                </a:solidFill>
                <a:latin typeface="Tahoma"/>
                <a:ea typeface="Tahoma"/>
                <a:cs typeface="Tahoma"/>
                <a:sym typeface="Tahoma"/>
              </a:rPr>
              <a:t>P5: Extent of Applicable Codes</a:t>
            </a:r>
            <a:endParaRPr sz="1100">
              <a:solidFill>
                <a:schemeClr val="dk1"/>
              </a:solidFill>
              <a:latin typeface="Tahoma"/>
              <a:ea typeface="Tahoma"/>
              <a:cs typeface="Tahoma"/>
              <a:sym typeface="Tahoma"/>
            </a:endParaRPr>
          </a:p>
          <a:p>
            <a:pPr indent="0" lvl="0" marL="289560" marR="136525" rtl="0" algn="l">
              <a:lnSpc>
                <a:spcPct val="100000"/>
              </a:lnSpc>
              <a:spcBef>
                <a:spcPts val="70"/>
              </a:spcBef>
              <a:spcAft>
                <a:spcPts val="0"/>
              </a:spcAft>
              <a:buNone/>
            </a:pPr>
            <a:r>
              <a:rPr lang="en-US" sz="1000">
                <a:solidFill>
                  <a:schemeClr val="dk1"/>
                </a:solidFill>
                <a:latin typeface="Tahoma"/>
                <a:ea typeface="Tahoma"/>
                <a:cs typeface="Tahoma"/>
                <a:sym typeface="Tahoma"/>
              </a:rPr>
              <a:t>Applying engineering skill to address some parts of the problem that  were not clearly prescribed by standards, codes or practices.</a:t>
            </a:r>
            <a:endParaRPr sz="1000">
              <a:solidFill>
                <a:schemeClr val="dk1"/>
              </a:solidFill>
              <a:latin typeface="Tahoma"/>
              <a:ea typeface="Tahoma"/>
              <a:cs typeface="Tahoma"/>
              <a:sym typeface="Tahoma"/>
            </a:endParaRPr>
          </a:p>
          <a:p>
            <a:pPr indent="0" lvl="0" marL="289560" marR="5080" rtl="0" algn="l">
              <a:lnSpc>
                <a:spcPct val="120000"/>
              </a:lnSpc>
              <a:spcBef>
                <a:spcPts val="30"/>
              </a:spcBef>
              <a:spcAft>
                <a:spcPts val="0"/>
              </a:spcAft>
              <a:buNone/>
            </a:pPr>
            <a:r>
              <a:rPr lang="en-US" sz="1000">
                <a:solidFill>
                  <a:schemeClr val="dk1"/>
                </a:solidFill>
                <a:latin typeface="Tahoma"/>
                <a:ea typeface="Tahoma"/>
                <a:cs typeface="Tahoma"/>
                <a:sym typeface="Tahoma"/>
              </a:rPr>
              <a:t>Having to develop own criteria (in a manner consistent with good  engineering practice) because the problem was so ill-defined that it did  not fall within any specific standards, codes or codified engineering  practices.</a:t>
            </a:r>
            <a:endParaRPr sz="1000">
              <a:solidFill>
                <a:schemeClr val="dk1"/>
              </a:solidFill>
              <a:latin typeface="Tahoma"/>
              <a:ea typeface="Tahoma"/>
              <a:cs typeface="Tahoma"/>
              <a:sym typeface="Tahoma"/>
            </a:endParaRPr>
          </a:p>
          <a:p>
            <a:pPr indent="0" lvl="0" marL="12700" marR="443865" rtl="0" algn="l">
              <a:lnSpc>
                <a:spcPct val="109090"/>
              </a:lnSpc>
              <a:spcBef>
                <a:spcPts val="130"/>
              </a:spcBef>
              <a:spcAft>
                <a:spcPts val="0"/>
              </a:spcAft>
              <a:buNone/>
            </a:pPr>
            <a:r>
              <a:rPr lang="en-US" sz="1100">
                <a:solidFill>
                  <a:schemeClr val="dk1"/>
                </a:solidFill>
                <a:latin typeface="Tahoma"/>
                <a:ea typeface="Tahoma"/>
                <a:cs typeface="Tahoma"/>
                <a:sym typeface="Tahoma"/>
              </a:rPr>
              <a:t>P6: Extent of stakeholder involvement and level of conflicting  requirements</a:t>
            </a:r>
            <a:endParaRPr sz="1100">
              <a:solidFill>
                <a:schemeClr val="dk1"/>
              </a:solidFill>
              <a:latin typeface="Tahoma"/>
              <a:ea typeface="Tahoma"/>
              <a:cs typeface="Tahoma"/>
              <a:sym typeface="Tahoma"/>
            </a:endParaRPr>
          </a:p>
          <a:p>
            <a:pPr indent="0" lvl="0" marL="289560" marR="0" rtl="0" algn="l">
              <a:lnSpc>
                <a:spcPct val="120000"/>
              </a:lnSpc>
              <a:spcBef>
                <a:spcPts val="45"/>
              </a:spcBef>
              <a:spcAft>
                <a:spcPts val="0"/>
              </a:spcAft>
              <a:buNone/>
            </a:pPr>
            <a:r>
              <a:rPr lang="en-US" sz="1000">
                <a:solidFill>
                  <a:schemeClr val="dk1"/>
                </a:solidFill>
                <a:latin typeface="Tahoma"/>
                <a:ea typeface="Tahoma"/>
                <a:cs typeface="Tahoma"/>
                <a:sym typeface="Tahoma"/>
              </a:rPr>
              <a:t>Who are your stakeholders?</a:t>
            </a:r>
            <a:endParaRPr sz="1000">
              <a:solidFill>
                <a:schemeClr val="dk1"/>
              </a:solidFill>
              <a:latin typeface="Tahoma"/>
              <a:ea typeface="Tahoma"/>
              <a:cs typeface="Tahoma"/>
              <a:sym typeface="Tahoma"/>
            </a:endParaRPr>
          </a:p>
          <a:p>
            <a:pPr indent="0" lvl="0" marL="289560" marR="0" rtl="0" algn="l">
              <a:lnSpc>
                <a:spcPct val="119500"/>
              </a:lnSpc>
              <a:spcBef>
                <a:spcPts val="0"/>
              </a:spcBef>
              <a:spcAft>
                <a:spcPts val="0"/>
              </a:spcAft>
              <a:buNone/>
            </a:pPr>
            <a:r>
              <a:rPr lang="en-US" sz="1000">
                <a:solidFill>
                  <a:schemeClr val="dk1"/>
                </a:solidFill>
                <a:latin typeface="Tahoma"/>
                <a:ea typeface="Tahoma"/>
                <a:cs typeface="Tahoma"/>
                <a:sym typeface="Tahoma"/>
              </a:rPr>
              <a:t>What are their interests or requirements ?</a:t>
            </a:r>
            <a:endParaRPr sz="1000">
              <a:solidFill>
                <a:schemeClr val="dk1"/>
              </a:solidFill>
              <a:latin typeface="Tahoma"/>
              <a:ea typeface="Tahoma"/>
              <a:cs typeface="Tahoma"/>
              <a:sym typeface="Tahoma"/>
            </a:endParaRPr>
          </a:p>
          <a:p>
            <a:pPr indent="0" lvl="0" marL="289560" marR="186690" rtl="0" algn="l">
              <a:lnSpc>
                <a:spcPct val="120000"/>
              </a:lnSpc>
              <a:spcBef>
                <a:spcPts val="40"/>
              </a:spcBef>
              <a:spcAft>
                <a:spcPts val="0"/>
              </a:spcAft>
              <a:buNone/>
            </a:pPr>
            <a:r>
              <a:rPr lang="en-US" sz="1000">
                <a:solidFill>
                  <a:schemeClr val="dk1"/>
                </a:solidFill>
                <a:latin typeface="Tahoma"/>
                <a:ea typeface="Tahoma"/>
                <a:cs typeface="Tahoma"/>
                <a:sym typeface="Tahoma"/>
              </a:rPr>
              <a:t>The extent these interests or requirements conflicted and/or placed  constraints on the problem</a:t>
            </a:r>
            <a:endParaRPr sz="1000">
              <a:solidFill>
                <a:schemeClr val="dk1"/>
              </a:solidFill>
              <a:latin typeface="Tahoma"/>
              <a:ea typeface="Tahoma"/>
              <a:cs typeface="Tahoma"/>
              <a:sym typeface="Tahoma"/>
            </a:endParaRPr>
          </a:p>
          <a:p>
            <a:pPr indent="0" lvl="0" marL="289560" marR="0" rtl="0" algn="l">
              <a:lnSpc>
                <a:spcPct val="115000"/>
              </a:lnSpc>
              <a:spcBef>
                <a:spcPts val="0"/>
              </a:spcBef>
              <a:spcAft>
                <a:spcPts val="0"/>
              </a:spcAft>
              <a:buNone/>
            </a:pPr>
            <a:r>
              <a:rPr lang="en-US" sz="1000">
                <a:solidFill>
                  <a:schemeClr val="dk1"/>
                </a:solidFill>
                <a:latin typeface="Tahoma"/>
                <a:ea typeface="Tahoma"/>
                <a:cs typeface="Tahoma"/>
                <a:sym typeface="Tahoma"/>
              </a:rPr>
              <a:t>How do you manage your stakeholders to resolve conflicts, meet their</a:t>
            </a:r>
            <a:endParaRPr sz="1000">
              <a:solidFill>
                <a:schemeClr val="dk1"/>
              </a:solidFill>
              <a:latin typeface="Tahoma"/>
              <a:ea typeface="Tahoma"/>
              <a:cs typeface="Tahoma"/>
              <a:sym typeface="Tahoma"/>
            </a:endParaRPr>
          </a:p>
          <a:p>
            <a:pPr indent="0" lvl="0" marL="289560" marR="0" rtl="0" algn="l">
              <a:lnSpc>
                <a:spcPct val="120000"/>
              </a:lnSpc>
              <a:spcBef>
                <a:spcPts val="0"/>
              </a:spcBef>
              <a:spcAft>
                <a:spcPts val="0"/>
              </a:spcAft>
              <a:buNone/>
            </a:pPr>
            <a:r>
              <a:rPr lang="en-US" sz="1000">
                <a:solidFill>
                  <a:schemeClr val="dk1"/>
                </a:solidFill>
                <a:latin typeface="Tahoma"/>
                <a:ea typeface="Tahoma"/>
                <a:cs typeface="Tahoma"/>
                <a:sym typeface="Tahoma"/>
              </a:rPr>
              <a:t>requirements or reach satisfactory compromises ?</a:t>
            </a:r>
            <a:endParaRPr sz="1000">
              <a:solidFill>
                <a:schemeClr val="dk1"/>
              </a:solidFill>
              <a:latin typeface="Tahoma"/>
              <a:ea typeface="Tahoma"/>
              <a:cs typeface="Tahoma"/>
              <a:sym typeface="Tahoma"/>
            </a:endParaRPr>
          </a:p>
          <a:p>
            <a:pPr indent="0" lvl="0" marL="12700" marR="0" rtl="0" algn="l">
              <a:lnSpc>
                <a:spcPct val="100000"/>
              </a:lnSpc>
              <a:spcBef>
                <a:spcPts val="40"/>
              </a:spcBef>
              <a:spcAft>
                <a:spcPts val="0"/>
              </a:spcAft>
              <a:buNone/>
            </a:pPr>
            <a:r>
              <a:rPr lang="en-US" sz="1100">
                <a:solidFill>
                  <a:schemeClr val="dk1"/>
                </a:solidFill>
                <a:latin typeface="Tahoma"/>
                <a:ea typeface="Tahoma"/>
                <a:cs typeface="Tahoma"/>
                <a:sym typeface="Tahoma"/>
              </a:rPr>
              <a:t>P7: Interdependence</a:t>
            </a:r>
            <a:endParaRPr sz="1100">
              <a:solidFill>
                <a:schemeClr val="dk1"/>
              </a:solidFill>
              <a:latin typeface="Tahoma"/>
              <a:ea typeface="Tahoma"/>
              <a:cs typeface="Tahoma"/>
              <a:sym typeface="Tahoma"/>
            </a:endParaRPr>
          </a:p>
          <a:p>
            <a:pPr indent="0" lvl="0" marL="289560" marR="196215" rtl="0" algn="l">
              <a:lnSpc>
                <a:spcPct val="100000"/>
              </a:lnSpc>
              <a:spcBef>
                <a:spcPts val="70"/>
              </a:spcBef>
              <a:spcAft>
                <a:spcPts val="0"/>
              </a:spcAft>
              <a:buNone/>
            </a:pPr>
            <a:r>
              <a:rPr lang="en-US" sz="1000">
                <a:solidFill>
                  <a:schemeClr val="dk1"/>
                </a:solidFill>
                <a:latin typeface="Tahoma"/>
                <a:ea typeface="Tahoma"/>
                <a:cs typeface="Tahoma"/>
                <a:sym typeface="Tahoma"/>
              </a:rPr>
              <a:t>The problem is able to be broken down into smaller components or  sub-problems</a:t>
            </a:r>
            <a:endParaRPr sz="1000">
              <a:solidFill>
                <a:schemeClr val="dk1"/>
              </a:solidFill>
              <a:latin typeface="Tahoma"/>
              <a:ea typeface="Tahoma"/>
              <a:cs typeface="Tahoma"/>
              <a:sym typeface="Tahoma"/>
            </a:endParaRPr>
          </a:p>
        </p:txBody>
      </p:sp>
      <p:sp>
        <p:nvSpPr>
          <p:cNvPr id="452" name="Google Shape;452;p20"/>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453" name="Google Shape;453;p20"/>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1"/>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An Example</a:t>
            </a:r>
            <a:endParaRPr sz="1400">
              <a:solidFill>
                <a:schemeClr val="accent1"/>
              </a:solidFill>
              <a:latin typeface="Trebuchet MS"/>
              <a:ea typeface="Trebuchet MS"/>
              <a:cs typeface="Trebuchet MS"/>
              <a:sym typeface="Trebuchet MS"/>
            </a:endParaRPr>
          </a:p>
        </p:txBody>
      </p:sp>
      <p:sp>
        <p:nvSpPr>
          <p:cNvPr id="459" name="Google Shape;459;p21"/>
          <p:cNvSpPr txBox="1"/>
          <p:nvPr/>
        </p:nvSpPr>
        <p:spPr>
          <a:xfrm>
            <a:off x="138544" y="520435"/>
            <a:ext cx="968375" cy="140335"/>
          </a:xfrm>
          <a:prstGeom prst="rect">
            <a:avLst/>
          </a:prstGeom>
          <a:noFill/>
          <a:ln>
            <a:noFill/>
          </a:ln>
        </p:spPr>
        <p:txBody>
          <a:bodyPr anchorCtr="0" anchor="t" bIns="0" lIns="0" spcFirstLastPara="1" rIns="0" wrap="square" tIns="0">
            <a:spAutoFit/>
          </a:bodyPr>
          <a:lstStyle/>
          <a:p>
            <a:pPr indent="0" lvl="0" marL="0" marR="0" rtl="0" algn="l">
              <a:lnSpc>
                <a:spcPct val="95454"/>
              </a:lnSpc>
              <a:spcBef>
                <a:spcPts val="0"/>
              </a:spcBef>
              <a:spcAft>
                <a:spcPts val="0"/>
              </a:spcAft>
              <a:buNone/>
            </a:pPr>
            <a:r>
              <a:rPr lang="en-US" sz="1100">
                <a:solidFill>
                  <a:srgbClr val="3333B2"/>
                </a:solidFill>
                <a:latin typeface="Tahoma"/>
                <a:ea typeface="Tahoma"/>
                <a:cs typeface="Tahoma"/>
                <a:sym typeface="Tahoma"/>
              </a:rPr>
              <a:t>Gait Recognition</a:t>
            </a:r>
            <a:endParaRPr sz="1100">
              <a:solidFill>
                <a:schemeClr val="dk1"/>
              </a:solidFill>
              <a:latin typeface="Tahoma"/>
              <a:ea typeface="Tahoma"/>
              <a:cs typeface="Tahoma"/>
              <a:sym typeface="Tahoma"/>
            </a:endParaRPr>
          </a:p>
        </p:txBody>
      </p:sp>
      <p:sp>
        <p:nvSpPr>
          <p:cNvPr id="460" name="Google Shape;460;p21"/>
          <p:cNvSpPr txBox="1"/>
          <p:nvPr/>
        </p:nvSpPr>
        <p:spPr>
          <a:xfrm>
            <a:off x="138544" y="789202"/>
            <a:ext cx="4432935" cy="708025"/>
          </a:xfrm>
          <a:prstGeom prst="rect">
            <a:avLst/>
          </a:prstGeom>
          <a:noFill/>
          <a:ln>
            <a:noFill/>
          </a:ln>
        </p:spPr>
        <p:txBody>
          <a:bodyPr anchorCtr="0" anchor="t" bIns="0" lIns="0" spcFirstLastPara="1" rIns="0" wrap="square" tIns="6975">
            <a:spAutoFit/>
          </a:bodyPr>
          <a:lstStyle/>
          <a:p>
            <a:pPr indent="0" lvl="0" marL="0" marR="115570" rtl="0" algn="l">
              <a:lnSpc>
                <a:spcPct val="102600"/>
              </a:lnSpc>
              <a:spcBef>
                <a:spcPts val="0"/>
              </a:spcBef>
              <a:spcAft>
                <a:spcPts val="0"/>
              </a:spcAft>
              <a:buNone/>
            </a:pPr>
            <a:r>
              <a:rPr lang="en-US" sz="1100">
                <a:solidFill>
                  <a:schemeClr val="dk1"/>
                </a:solidFill>
                <a:latin typeface="Tahoma"/>
                <a:ea typeface="Tahoma"/>
                <a:cs typeface="Tahoma"/>
                <a:sym typeface="Tahoma"/>
              </a:rPr>
              <a:t>Identifying people without face recognition is very important. Gait is an  unique trait that helps human recognition. Design and develop a real time  gait recognition system that will use cheap video cameras and minimal  processing power.</a:t>
            </a:r>
            <a:endParaRPr sz="1100">
              <a:solidFill>
                <a:schemeClr val="dk1"/>
              </a:solidFill>
              <a:latin typeface="Tahoma"/>
              <a:ea typeface="Tahoma"/>
              <a:cs typeface="Tahoma"/>
              <a:sym typeface="Tahoma"/>
            </a:endParaRPr>
          </a:p>
        </p:txBody>
      </p:sp>
      <p:pic>
        <p:nvPicPr>
          <p:cNvPr id="461" name="Google Shape;461;p21"/>
          <p:cNvPicPr preferRelativeResize="0"/>
          <p:nvPr/>
        </p:nvPicPr>
        <p:blipFill rotWithShape="1">
          <a:blip r:embed="rId3">
            <a:alphaModFix/>
          </a:blip>
          <a:srcRect b="0" l="0" r="0" t="0"/>
          <a:stretch/>
        </p:blipFill>
        <p:spPr>
          <a:xfrm>
            <a:off x="138544" y="1604001"/>
            <a:ext cx="4330995" cy="1799458"/>
          </a:xfrm>
          <a:prstGeom prst="rect">
            <a:avLst/>
          </a:prstGeom>
          <a:noFill/>
          <a:ln>
            <a:noFill/>
          </a:ln>
        </p:spPr>
      </p:pic>
      <p:sp>
        <p:nvSpPr>
          <p:cNvPr id="462" name="Google Shape;462;p21"/>
          <p:cNvSpPr txBox="1"/>
          <p:nvPr>
            <p:ph idx="10" type="dt"/>
          </p:nvPr>
        </p:nvSpPr>
        <p:spPr>
          <a:xfrm>
            <a:off x="2963528" y="3346277"/>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463" name="Google Shape;463;p21"/>
          <p:cNvSpPr txBox="1"/>
          <p:nvPr/>
        </p:nvSpPr>
        <p:spPr>
          <a:xfrm>
            <a:off x="4349747" y="3346277"/>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2"/>
          <p:cNvSpPr txBox="1"/>
          <p:nvPr>
            <p:ph type="title"/>
          </p:nvPr>
        </p:nvSpPr>
        <p:spPr>
          <a:xfrm>
            <a:off x="323849" y="434975"/>
            <a:ext cx="1249987" cy="344697"/>
          </a:xfrm>
          <a:prstGeom prst="rect">
            <a:avLst/>
          </a:prstGeom>
          <a:noFill/>
          <a:ln>
            <a:noFill/>
          </a:ln>
        </p:spPr>
        <p:txBody>
          <a:bodyPr anchorCtr="0" anchor="t" bIns="0" lIns="0" spcFirstLastPara="1" rIns="0" wrap="square" tIns="6075">
            <a:spAutoFit/>
          </a:bodyPr>
          <a:lstStyle/>
          <a:p>
            <a:pPr indent="0" lvl="0" marL="6403" rtl="0" algn="l">
              <a:spcBef>
                <a:spcPts val="0"/>
              </a:spcBef>
              <a:spcAft>
                <a:spcPts val="0"/>
              </a:spcAft>
              <a:buNone/>
            </a:pPr>
            <a:r>
              <a:rPr lang="en-US" sz="2200">
                <a:solidFill>
                  <a:srgbClr val="0000FF"/>
                </a:solidFill>
                <a:latin typeface="Calibri"/>
                <a:ea typeface="Calibri"/>
                <a:cs typeface="Calibri"/>
                <a:sym typeface="Calibri"/>
              </a:rPr>
              <a:t>Aspects</a:t>
            </a:r>
            <a:endParaRPr/>
          </a:p>
        </p:txBody>
      </p:sp>
      <p:sp>
        <p:nvSpPr>
          <p:cNvPr id="469" name="Google Shape;469;p22"/>
          <p:cNvSpPr txBox="1"/>
          <p:nvPr/>
        </p:nvSpPr>
        <p:spPr>
          <a:xfrm>
            <a:off x="270203" y="964253"/>
            <a:ext cx="1303634" cy="1934119"/>
          </a:xfrm>
          <a:prstGeom prst="rect">
            <a:avLst/>
          </a:prstGeom>
          <a:noFill/>
          <a:ln>
            <a:noFill/>
          </a:ln>
        </p:spPr>
        <p:txBody>
          <a:bodyPr anchorCtr="0" anchor="t" bIns="0" lIns="0" spcFirstLastPara="1" rIns="0" wrap="square" tIns="30725">
            <a:spAutoFit/>
          </a:bodyPr>
          <a:lstStyle/>
          <a:p>
            <a:pPr indent="-173210" lvl="0" marL="179294"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Economics</a:t>
            </a:r>
            <a:endParaRPr sz="1400">
              <a:solidFill>
                <a:schemeClr val="dk1"/>
              </a:solidFill>
              <a:latin typeface="Calibri"/>
              <a:ea typeface="Calibri"/>
              <a:cs typeface="Calibri"/>
              <a:sym typeface="Calibri"/>
            </a:endParaRPr>
          </a:p>
          <a:p>
            <a:pPr indent="-173210" lvl="0" marL="179294" marR="0" rtl="0" algn="l">
              <a:spcBef>
                <a:spcPts val="194"/>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Social</a:t>
            </a:r>
            <a:endParaRPr sz="1400">
              <a:solidFill>
                <a:schemeClr val="dk1"/>
              </a:solidFill>
              <a:latin typeface="Calibri"/>
              <a:ea typeface="Calibri"/>
              <a:cs typeface="Calibri"/>
              <a:sym typeface="Calibri"/>
            </a:endParaRPr>
          </a:p>
          <a:p>
            <a:pPr indent="-173210" lvl="0" marL="179294" marR="0" rtl="0" algn="l">
              <a:spcBef>
                <a:spcPts val="194"/>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Environment</a:t>
            </a:r>
            <a:endParaRPr sz="1400">
              <a:solidFill>
                <a:schemeClr val="dk1"/>
              </a:solidFill>
              <a:latin typeface="Calibri"/>
              <a:ea typeface="Calibri"/>
              <a:cs typeface="Calibri"/>
              <a:sym typeface="Calibri"/>
            </a:endParaRPr>
          </a:p>
          <a:p>
            <a:pPr indent="-173210" lvl="0" marL="179294" marR="0" rtl="0" algn="l">
              <a:spcBef>
                <a:spcPts val="194"/>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Ethics</a:t>
            </a:r>
            <a:endParaRPr sz="1400">
              <a:solidFill>
                <a:schemeClr val="dk1"/>
              </a:solidFill>
              <a:latin typeface="Calibri"/>
              <a:ea typeface="Calibri"/>
              <a:cs typeface="Calibri"/>
              <a:sym typeface="Calibri"/>
            </a:endParaRPr>
          </a:p>
          <a:p>
            <a:pPr indent="-173210" lvl="0" marL="179294" marR="0" rtl="0" algn="l">
              <a:spcBef>
                <a:spcPts val="194"/>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Management</a:t>
            </a:r>
            <a:endParaRPr/>
          </a:p>
          <a:p>
            <a:pPr indent="-173210" lvl="0" marL="179294" marR="0" rtl="0" algn="l">
              <a:spcBef>
                <a:spcPts val="194"/>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Technology</a:t>
            </a:r>
            <a:endParaRPr sz="1400">
              <a:solidFill>
                <a:schemeClr val="dk1"/>
              </a:solidFill>
              <a:latin typeface="Calibri"/>
              <a:ea typeface="Calibri"/>
              <a:cs typeface="Calibri"/>
              <a:sym typeface="Calibri"/>
            </a:endParaRPr>
          </a:p>
          <a:p>
            <a:pPr indent="-173210" lvl="0" marL="179294" marR="0" rtl="0" algn="l">
              <a:spcBef>
                <a:spcPts val="194"/>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Analysis</a:t>
            </a:r>
            <a:endParaRPr sz="1400">
              <a:solidFill>
                <a:schemeClr val="dk1"/>
              </a:solidFill>
              <a:latin typeface="Calibri"/>
              <a:ea typeface="Calibri"/>
              <a:cs typeface="Calibri"/>
              <a:sym typeface="Calibri"/>
            </a:endParaRPr>
          </a:p>
          <a:p>
            <a:pPr indent="-173210" lvl="0" marL="179294" marR="0" rtl="0" algn="l">
              <a:spcBef>
                <a:spcPts val="194"/>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Evaluation</a:t>
            </a:r>
            <a:endParaRPr sz="1400">
              <a:solidFill>
                <a:schemeClr val="dk1"/>
              </a:solidFill>
              <a:latin typeface="Calibri"/>
              <a:ea typeface="Calibri"/>
              <a:cs typeface="Calibri"/>
              <a:sym typeface="Calibri"/>
            </a:endParaRPr>
          </a:p>
        </p:txBody>
      </p:sp>
      <p:sp>
        <p:nvSpPr>
          <p:cNvPr id="470" name="Google Shape;470;p22"/>
          <p:cNvSpPr txBox="1"/>
          <p:nvPr>
            <p:ph idx="10" type="dt"/>
          </p:nvPr>
        </p:nvSpPr>
        <p:spPr>
          <a:xfrm>
            <a:off x="2963528" y="3346277"/>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471" name="Google Shape;471;p22"/>
          <p:cNvSpPr txBox="1"/>
          <p:nvPr/>
        </p:nvSpPr>
        <p:spPr>
          <a:xfrm>
            <a:off x="4349747" y="3346277"/>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pic>
        <p:nvPicPr>
          <p:cNvPr descr="Berkunjung ke Jepang (Bag. 2): Ke JAIST Merajut Kolaborasi | Catatanku" id="472" name="Google Shape;472;p22"/>
          <p:cNvPicPr preferRelativeResize="0"/>
          <p:nvPr/>
        </p:nvPicPr>
        <p:blipFill rotWithShape="1">
          <a:blip r:embed="rId3">
            <a:alphaModFix/>
          </a:blip>
          <a:srcRect b="0" l="0" r="0" t="0"/>
          <a:stretch/>
        </p:blipFill>
        <p:spPr>
          <a:xfrm>
            <a:off x="1725278" y="1007387"/>
            <a:ext cx="2476500" cy="1847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23"/>
          <p:cNvSpPr txBox="1"/>
          <p:nvPr>
            <p:ph type="title"/>
          </p:nvPr>
        </p:nvSpPr>
        <p:spPr>
          <a:xfrm>
            <a:off x="347960" y="519519"/>
            <a:ext cx="1271290" cy="344697"/>
          </a:xfrm>
          <a:prstGeom prst="rect">
            <a:avLst/>
          </a:prstGeom>
          <a:noFill/>
          <a:ln>
            <a:noFill/>
          </a:ln>
        </p:spPr>
        <p:txBody>
          <a:bodyPr anchorCtr="0" anchor="t" bIns="0" lIns="0" spcFirstLastPara="1" rIns="0" wrap="square" tIns="6075">
            <a:spAutoFit/>
          </a:bodyPr>
          <a:lstStyle/>
          <a:p>
            <a:pPr indent="0" lvl="0" marL="6403" rtl="0" algn="l">
              <a:spcBef>
                <a:spcPts val="0"/>
              </a:spcBef>
              <a:spcAft>
                <a:spcPts val="0"/>
              </a:spcAft>
              <a:buNone/>
            </a:pPr>
            <a:r>
              <a:rPr lang="en-US" sz="2200">
                <a:solidFill>
                  <a:srgbClr val="0000FF"/>
                </a:solidFill>
                <a:latin typeface="Calibri"/>
                <a:ea typeface="Calibri"/>
                <a:cs typeface="Calibri"/>
                <a:sym typeface="Calibri"/>
              </a:rPr>
              <a:t>Thinking</a:t>
            </a:r>
            <a:endParaRPr/>
          </a:p>
        </p:txBody>
      </p:sp>
      <p:sp>
        <p:nvSpPr>
          <p:cNvPr id="478" name="Google Shape;478;p23"/>
          <p:cNvSpPr txBox="1"/>
          <p:nvPr/>
        </p:nvSpPr>
        <p:spPr>
          <a:xfrm>
            <a:off x="384687" y="896316"/>
            <a:ext cx="1908709" cy="1871808"/>
          </a:xfrm>
          <a:prstGeom prst="rect">
            <a:avLst/>
          </a:prstGeom>
          <a:noFill/>
          <a:ln>
            <a:noFill/>
          </a:ln>
        </p:spPr>
        <p:txBody>
          <a:bodyPr anchorCtr="0" anchor="t" bIns="0" lIns="0" spcFirstLastPara="1" rIns="0" wrap="square" tIns="55375">
            <a:spAutoFit/>
          </a:bodyPr>
          <a:lstStyle/>
          <a:p>
            <a:pPr indent="-172890" lvl="0" marL="179294"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Subject’s condition</a:t>
            </a:r>
            <a:endParaRPr sz="1400">
              <a:solidFill>
                <a:schemeClr val="dk1"/>
              </a:solidFill>
              <a:latin typeface="Calibri"/>
              <a:ea typeface="Calibri"/>
              <a:cs typeface="Calibri"/>
              <a:sym typeface="Calibri"/>
            </a:endParaRPr>
          </a:p>
          <a:p>
            <a:pPr indent="-172890" lvl="0" marL="179294" marR="0" rtl="0" algn="l">
              <a:spcBef>
                <a:spcPts val="386"/>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Light exposure</a:t>
            </a:r>
            <a:endParaRPr sz="1400">
              <a:solidFill>
                <a:schemeClr val="dk1"/>
              </a:solidFill>
              <a:latin typeface="Calibri"/>
              <a:ea typeface="Calibri"/>
              <a:cs typeface="Calibri"/>
              <a:sym typeface="Calibri"/>
            </a:endParaRPr>
          </a:p>
          <a:p>
            <a:pPr indent="-172890" lvl="0" marL="179294" marR="0" rtl="0" algn="l">
              <a:spcBef>
                <a:spcPts val="388"/>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Available technology</a:t>
            </a:r>
            <a:endParaRPr sz="1400">
              <a:solidFill>
                <a:schemeClr val="dk1"/>
              </a:solidFill>
              <a:latin typeface="Calibri"/>
              <a:ea typeface="Calibri"/>
              <a:cs typeface="Calibri"/>
              <a:sym typeface="Calibri"/>
            </a:endParaRPr>
          </a:p>
          <a:p>
            <a:pPr indent="-172890" lvl="0" marL="179294" marR="0" rtl="0" algn="l">
              <a:spcBef>
                <a:spcPts val="388"/>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Development tools</a:t>
            </a:r>
            <a:endParaRPr sz="1400">
              <a:solidFill>
                <a:schemeClr val="dk1"/>
              </a:solidFill>
              <a:latin typeface="Calibri"/>
              <a:ea typeface="Calibri"/>
              <a:cs typeface="Calibri"/>
              <a:sym typeface="Calibri"/>
            </a:endParaRPr>
          </a:p>
          <a:p>
            <a:pPr indent="-172890" lvl="0" marL="179294" marR="0" rtl="0" algn="l">
              <a:spcBef>
                <a:spcPts val="388"/>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Design</a:t>
            </a:r>
            <a:endParaRPr sz="1400">
              <a:solidFill>
                <a:schemeClr val="dk1"/>
              </a:solidFill>
              <a:latin typeface="Calibri"/>
              <a:ea typeface="Calibri"/>
              <a:cs typeface="Calibri"/>
              <a:sym typeface="Calibri"/>
            </a:endParaRPr>
          </a:p>
          <a:p>
            <a:pPr indent="-172890" lvl="0" marL="179294" marR="0" rtl="0" algn="l">
              <a:spcBef>
                <a:spcPts val="388"/>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Costing</a:t>
            </a:r>
            <a:endParaRPr sz="1400">
              <a:solidFill>
                <a:schemeClr val="dk1"/>
              </a:solidFill>
              <a:latin typeface="Calibri"/>
              <a:ea typeface="Calibri"/>
              <a:cs typeface="Calibri"/>
              <a:sym typeface="Calibri"/>
            </a:endParaRPr>
          </a:p>
          <a:p>
            <a:pPr indent="-172890" lvl="0" marL="179294" marR="0" rtl="0" algn="l">
              <a:spcBef>
                <a:spcPts val="386"/>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Scheduling</a:t>
            </a:r>
            <a:endParaRPr sz="1400">
              <a:solidFill>
                <a:schemeClr val="dk1"/>
              </a:solidFill>
              <a:latin typeface="Calibri"/>
              <a:ea typeface="Calibri"/>
              <a:cs typeface="Calibri"/>
              <a:sym typeface="Calibri"/>
            </a:endParaRPr>
          </a:p>
        </p:txBody>
      </p:sp>
      <p:sp>
        <p:nvSpPr>
          <p:cNvPr id="479" name="Google Shape;479;p23"/>
          <p:cNvSpPr txBox="1"/>
          <p:nvPr>
            <p:ph idx="10" type="dt"/>
          </p:nvPr>
        </p:nvSpPr>
        <p:spPr>
          <a:xfrm>
            <a:off x="2963528" y="3346277"/>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480" name="Google Shape;480;p23"/>
          <p:cNvSpPr txBox="1"/>
          <p:nvPr/>
        </p:nvSpPr>
        <p:spPr>
          <a:xfrm>
            <a:off x="4349747" y="3346277"/>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pic>
        <p:nvPicPr>
          <p:cNvPr descr="UIU Mars Rover" id="481" name="Google Shape;481;p23"/>
          <p:cNvPicPr preferRelativeResize="0"/>
          <p:nvPr/>
        </p:nvPicPr>
        <p:blipFill rotWithShape="1">
          <a:blip r:embed="rId3">
            <a:alphaModFix/>
          </a:blip>
          <a:srcRect b="0" l="0" r="0" t="0"/>
          <a:stretch/>
        </p:blipFill>
        <p:spPr>
          <a:xfrm>
            <a:off x="2658590" y="587375"/>
            <a:ext cx="1646710" cy="219844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24"/>
          <p:cNvSpPr txBox="1"/>
          <p:nvPr>
            <p:ph type="title"/>
          </p:nvPr>
        </p:nvSpPr>
        <p:spPr>
          <a:xfrm>
            <a:off x="275888" y="819624"/>
            <a:ext cx="1495762" cy="344697"/>
          </a:xfrm>
          <a:prstGeom prst="rect">
            <a:avLst/>
          </a:prstGeom>
          <a:noFill/>
          <a:ln>
            <a:noFill/>
          </a:ln>
        </p:spPr>
        <p:txBody>
          <a:bodyPr anchorCtr="0" anchor="t" bIns="0" lIns="0" spcFirstLastPara="1" rIns="0" wrap="square" tIns="6075">
            <a:spAutoFit/>
          </a:bodyPr>
          <a:lstStyle/>
          <a:p>
            <a:pPr indent="0" lvl="0" marL="6403" rtl="0" algn="l">
              <a:spcBef>
                <a:spcPts val="0"/>
              </a:spcBef>
              <a:spcAft>
                <a:spcPts val="0"/>
              </a:spcAft>
              <a:buNone/>
            </a:pPr>
            <a:r>
              <a:rPr lang="en-US" sz="2200">
                <a:solidFill>
                  <a:srgbClr val="0000FF"/>
                </a:solidFill>
                <a:latin typeface="Calibri"/>
                <a:ea typeface="Calibri"/>
                <a:cs typeface="Calibri"/>
                <a:sym typeface="Calibri"/>
              </a:rPr>
              <a:t>Solutions?</a:t>
            </a:r>
            <a:endParaRPr/>
          </a:p>
        </p:txBody>
      </p:sp>
      <p:sp>
        <p:nvSpPr>
          <p:cNvPr id="487" name="Google Shape;487;p24"/>
          <p:cNvSpPr txBox="1"/>
          <p:nvPr/>
        </p:nvSpPr>
        <p:spPr>
          <a:xfrm>
            <a:off x="203049" y="1259364"/>
            <a:ext cx="2116484" cy="1071912"/>
          </a:xfrm>
          <a:prstGeom prst="rect">
            <a:avLst/>
          </a:prstGeom>
          <a:noFill/>
          <a:ln>
            <a:noFill/>
          </a:ln>
        </p:spPr>
        <p:txBody>
          <a:bodyPr anchorCtr="0" anchor="t" bIns="0" lIns="0" spcFirstLastPara="1" rIns="0" wrap="square" tIns="55700">
            <a:spAutoFit/>
          </a:bodyPr>
          <a:lstStyle/>
          <a:p>
            <a:pPr indent="-172890" lvl="0" marL="179294"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Problem solving skills</a:t>
            </a:r>
            <a:endParaRPr sz="1400">
              <a:solidFill>
                <a:schemeClr val="dk1"/>
              </a:solidFill>
              <a:latin typeface="Calibri"/>
              <a:ea typeface="Calibri"/>
              <a:cs typeface="Calibri"/>
              <a:sym typeface="Calibri"/>
            </a:endParaRPr>
          </a:p>
          <a:p>
            <a:pPr indent="-172890" lvl="0" marL="179294" marR="0" rtl="0" algn="l">
              <a:spcBef>
                <a:spcPts val="388"/>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Formulate the problem</a:t>
            </a:r>
            <a:endParaRPr sz="1400">
              <a:solidFill>
                <a:schemeClr val="dk1"/>
              </a:solidFill>
              <a:latin typeface="Calibri"/>
              <a:ea typeface="Calibri"/>
              <a:cs typeface="Calibri"/>
              <a:sym typeface="Calibri"/>
            </a:endParaRPr>
          </a:p>
          <a:p>
            <a:pPr indent="-172890" lvl="0" marL="179294" marR="0" rtl="0" algn="l">
              <a:spcBef>
                <a:spcPts val="388"/>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Literature</a:t>
            </a:r>
            <a:endParaRPr sz="1400">
              <a:solidFill>
                <a:schemeClr val="dk1"/>
              </a:solidFill>
              <a:latin typeface="Calibri"/>
              <a:ea typeface="Calibri"/>
              <a:cs typeface="Calibri"/>
              <a:sym typeface="Calibri"/>
            </a:endParaRPr>
          </a:p>
          <a:p>
            <a:pPr indent="-172890" lvl="0" marL="179294" marR="0" rtl="0" algn="l">
              <a:spcBef>
                <a:spcPts val="386"/>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Experiment?</a:t>
            </a:r>
            <a:endParaRPr sz="1400">
              <a:solidFill>
                <a:schemeClr val="dk1"/>
              </a:solidFill>
              <a:latin typeface="Calibri"/>
              <a:ea typeface="Calibri"/>
              <a:cs typeface="Calibri"/>
              <a:sym typeface="Calibri"/>
            </a:endParaRPr>
          </a:p>
        </p:txBody>
      </p:sp>
      <p:sp>
        <p:nvSpPr>
          <p:cNvPr id="488" name="Google Shape;488;p24"/>
          <p:cNvSpPr txBox="1"/>
          <p:nvPr>
            <p:ph idx="10" type="dt"/>
          </p:nvPr>
        </p:nvSpPr>
        <p:spPr>
          <a:xfrm>
            <a:off x="2963528" y="3346277"/>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489" name="Google Shape;489;p24"/>
          <p:cNvSpPr txBox="1"/>
          <p:nvPr/>
        </p:nvSpPr>
        <p:spPr>
          <a:xfrm>
            <a:off x="4349747" y="3346277"/>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pic>
        <p:nvPicPr>
          <p:cNvPr descr="UIU MARS ROVER TEAM | TELOS | ICARUS | URC SAR 2023 - YouTube" id="490" name="Google Shape;490;p24"/>
          <p:cNvPicPr preferRelativeResize="0"/>
          <p:nvPr/>
        </p:nvPicPr>
        <p:blipFill rotWithShape="1">
          <a:blip r:embed="rId3">
            <a:alphaModFix/>
          </a:blip>
          <a:srcRect b="0" l="0" r="0" t="0"/>
          <a:stretch/>
        </p:blipFill>
        <p:spPr>
          <a:xfrm>
            <a:off x="2320264" y="1006664"/>
            <a:ext cx="2186963" cy="163811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25"/>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Step 1: Define the problem</a:t>
            </a:r>
            <a:endParaRPr sz="1400">
              <a:solidFill>
                <a:schemeClr val="accent1"/>
              </a:solidFill>
              <a:latin typeface="Trebuchet MS"/>
              <a:ea typeface="Trebuchet MS"/>
              <a:cs typeface="Trebuchet MS"/>
              <a:sym typeface="Trebuchet MS"/>
            </a:endParaRPr>
          </a:p>
        </p:txBody>
      </p:sp>
      <p:pic>
        <p:nvPicPr>
          <p:cNvPr id="496" name="Google Shape;496;p25"/>
          <p:cNvPicPr preferRelativeResize="0"/>
          <p:nvPr/>
        </p:nvPicPr>
        <p:blipFill rotWithShape="1">
          <a:blip r:embed="rId3">
            <a:alphaModFix/>
          </a:blip>
          <a:srcRect b="0" l="0" r="0" t="0"/>
          <a:stretch/>
        </p:blipFill>
        <p:spPr>
          <a:xfrm>
            <a:off x="142544" y="1297444"/>
            <a:ext cx="65265" cy="65265"/>
          </a:xfrm>
          <a:prstGeom prst="rect">
            <a:avLst/>
          </a:prstGeom>
          <a:noFill/>
          <a:ln>
            <a:noFill/>
          </a:ln>
        </p:spPr>
      </p:pic>
      <p:pic>
        <p:nvPicPr>
          <p:cNvPr id="497" name="Google Shape;497;p25"/>
          <p:cNvPicPr preferRelativeResize="0"/>
          <p:nvPr/>
        </p:nvPicPr>
        <p:blipFill rotWithShape="1">
          <a:blip r:embed="rId4">
            <a:alphaModFix/>
          </a:blip>
          <a:srcRect b="0" l="0" r="0" t="0"/>
          <a:stretch/>
        </p:blipFill>
        <p:spPr>
          <a:xfrm>
            <a:off x="432320" y="1639087"/>
            <a:ext cx="52590" cy="52590"/>
          </a:xfrm>
          <a:prstGeom prst="rect">
            <a:avLst/>
          </a:prstGeom>
          <a:noFill/>
          <a:ln>
            <a:noFill/>
          </a:ln>
        </p:spPr>
      </p:pic>
      <p:pic>
        <p:nvPicPr>
          <p:cNvPr id="498" name="Google Shape;498;p25"/>
          <p:cNvPicPr preferRelativeResize="0"/>
          <p:nvPr/>
        </p:nvPicPr>
        <p:blipFill rotWithShape="1">
          <a:blip r:embed="rId5">
            <a:alphaModFix/>
          </a:blip>
          <a:srcRect b="0" l="0" r="0" t="0"/>
          <a:stretch/>
        </p:blipFill>
        <p:spPr>
          <a:xfrm>
            <a:off x="432320" y="1790916"/>
            <a:ext cx="52590" cy="52590"/>
          </a:xfrm>
          <a:prstGeom prst="rect">
            <a:avLst/>
          </a:prstGeom>
          <a:noFill/>
          <a:ln>
            <a:noFill/>
          </a:ln>
        </p:spPr>
      </p:pic>
      <p:pic>
        <p:nvPicPr>
          <p:cNvPr id="499" name="Google Shape;499;p25"/>
          <p:cNvPicPr preferRelativeResize="0"/>
          <p:nvPr/>
        </p:nvPicPr>
        <p:blipFill rotWithShape="1">
          <a:blip r:embed="rId5">
            <a:alphaModFix/>
          </a:blip>
          <a:srcRect b="0" l="0" r="0" t="0"/>
          <a:stretch/>
        </p:blipFill>
        <p:spPr>
          <a:xfrm>
            <a:off x="432320" y="1942744"/>
            <a:ext cx="52590" cy="52590"/>
          </a:xfrm>
          <a:prstGeom prst="rect">
            <a:avLst/>
          </a:prstGeom>
          <a:noFill/>
          <a:ln>
            <a:noFill/>
          </a:ln>
        </p:spPr>
      </p:pic>
      <p:pic>
        <p:nvPicPr>
          <p:cNvPr id="500" name="Google Shape;500;p25"/>
          <p:cNvPicPr preferRelativeResize="0"/>
          <p:nvPr/>
        </p:nvPicPr>
        <p:blipFill rotWithShape="1">
          <a:blip r:embed="rId5">
            <a:alphaModFix/>
          </a:blip>
          <a:srcRect b="0" l="0" r="0" t="0"/>
          <a:stretch/>
        </p:blipFill>
        <p:spPr>
          <a:xfrm>
            <a:off x="432320" y="2094572"/>
            <a:ext cx="52590" cy="52590"/>
          </a:xfrm>
          <a:prstGeom prst="rect">
            <a:avLst/>
          </a:prstGeom>
          <a:noFill/>
          <a:ln>
            <a:noFill/>
          </a:ln>
        </p:spPr>
      </p:pic>
      <p:pic>
        <p:nvPicPr>
          <p:cNvPr id="501" name="Google Shape;501;p25"/>
          <p:cNvPicPr preferRelativeResize="0"/>
          <p:nvPr/>
        </p:nvPicPr>
        <p:blipFill rotWithShape="1">
          <a:blip r:embed="rId5">
            <a:alphaModFix/>
          </a:blip>
          <a:srcRect b="0" l="0" r="0" t="0"/>
          <a:stretch/>
        </p:blipFill>
        <p:spPr>
          <a:xfrm>
            <a:off x="432320" y="2398242"/>
            <a:ext cx="52590" cy="52590"/>
          </a:xfrm>
          <a:prstGeom prst="rect">
            <a:avLst/>
          </a:prstGeom>
          <a:noFill/>
          <a:ln>
            <a:noFill/>
          </a:ln>
        </p:spPr>
      </p:pic>
      <p:pic>
        <p:nvPicPr>
          <p:cNvPr id="502" name="Google Shape;502;p25"/>
          <p:cNvPicPr preferRelativeResize="0"/>
          <p:nvPr/>
        </p:nvPicPr>
        <p:blipFill rotWithShape="1">
          <a:blip r:embed="rId5">
            <a:alphaModFix/>
          </a:blip>
          <a:srcRect b="0" l="0" r="0" t="0"/>
          <a:stretch/>
        </p:blipFill>
        <p:spPr>
          <a:xfrm>
            <a:off x="432320" y="2550071"/>
            <a:ext cx="52590" cy="52590"/>
          </a:xfrm>
          <a:prstGeom prst="rect">
            <a:avLst/>
          </a:prstGeom>
          <a:noFill/>
          <a:ln>
            <a:noFill/>
          </a:ln>
        </p:spPr>
      </p:pic>
      <p:sp>
        <p:nvSpPr>
          <p:cNvPr id="503" name="Google Shape;503;p25"/>
          <p:cNvSpPr txBox="1"/>
          <p:nvPr/>
        </p:nvSpPr>
        <p:spPr>
          <a:xfrm>
            <a:off x="264388" y="1213991"/>
            <a:ext cx="1913889" cy="1429385"/>
          </a:xfrm>
          <a:prstGeom prst="rect">
            <a:avLst/>
          </a:prstGeom>
          <a:noFill/>
          <a:ln>
            <a:noFill/>
          </a:ln>
        </p:spPr>
        <p:txBody>
          <a:bodyPr anchorCtr="0" anchor="t" bIns="0" lIns="0" spcFirstLastPara="1" rIns="0" wrap="square" tIns="29200">
            <a:spAutoFit/>
          </a:bodyPr>
          <a:lstStyle/>
          <a:p>
            <a:pPr indent="0" lvl="0" marL="12700" marR="735330" rtl="0" algn="l">
              <a:lnSpc>
                <a:spcPct val="109090"/>
              </a:lnSpc>
              <a:spcBef>
                <a:spcPts val="0"/>
              </a:spcBef>
              <a:spcAft>
                <a:spcPts val="0"/>
              </a:spcAft>
              <a:buNone/>
            </a:pPr>
            <a:r>
              <a:rPr lang="en-US" sz="1100">
                <a:solidFill>
                  <a:schemeClr val="dk1"/>
                </a:solidFill>
                <a:latin typeface="Tahoma"/>
                <a:ea typeface="Tahoma"/>
                <a:cs typeface="Tahoma"/>
                <a:sym typeface="Tahoma"/>
              </a:rPr>
              <a:t>Range of conflicting  requirements (P2)</a:t>
            </a:r>
            <a:endParaRPr sz="1100">
              <a:solidFill>
                <a:schemeClr val="dk1"/>
              </a:solidFill>
              <a:latin typeface="Tahoma"/>
              <a:ea typeface="Tahoma"/>
              <a:cs typeface="Tahoma"/>
              <a:sym typeface="Tahoma"/>
            </a:endParaRPr>
          </a:p>
          <a:p>
            <a:pPr indent="0" lvl="0" marL="289560" marR="552450" rtl="0" algn="l">
              <a:lnSpc>
                <a:spcPct val="100000"/>
              </a:lnSpc>
              <a:spcBef>
                <a:spcPts val="150"/>
              </a:spcBef>
              <a:spcAft>
                <a:spcPts val="0"/>
              </a:spcAft>
              <a:buNone/>
            </a:pPr>
            <a:r>
              <a:rPr lang="en-US" sz="1000">
                <a:solidFill>
                  <a:schemeClr val="dk1"/>
                </a:solidFill>
                <a:latin typeface="Tahoma"/>
                <a:ea typeface="Tahoma"/>
                <a:cs typeface="Tahoma"/>
                <a:sym typeface="Tahoma"/>
              </a:rPr>
              <a:t>High accuracy  Cheap video camera</a:t>
            </a:r>
            <a:endParaRPr sz="1000">
              <a:solidFill>
                <a:schemeClr val="dk1"/>
              </a:solidFill>
              <a:latin typeface="Tahoma"/>
              <a:ea typeface="Tahoma"/>
              <a:cs typeface="Tahoma"/>
              <a:sym typeface="Tahoma"/>
            </a:endParaRPr>
          </a:p>
          <a:p>
            <a:pPr indent="0" lvl="0" marL="289560" marR="0" rtl="0" algn="l">
              <a:lnSpc>
                <a:spcPct val="119000"/>
              </a:lnSpc>
              <a:spcBef>
                <a:spcPts val="0"/>
              </a:spcBef>
              <a:spcAft>
                <a:spcPts val="0"/>
              </a:spcAft>
              <a:buNone/>
            </a:pPr>
            <a:r>
              <a:rPr lang="en-US" sz="1000">
                <a:solidFill>
                  <a:schemeClr val="dk1"/>
                </a:solidFill>
                <a:latin typeface="Tahoma"/>
                <a:ea typeface="Tahoma"/>
                <a:cs typeface="Tahoma"/>
                <a:sym typeface="Tahoma"/>
              </a:rPr>
              <a:t>Low processing power</a:t>
            </a:r>
            <a:endParaRPr sz="1000">
              <a:solidFill>
                <a:schemeClr val="dk1"/>
              </a:solidFill>
              <a:latin typeface="Tahoma"/>
              <a:ea typeface="Tahoma"/>
              <a:cs typeface="Tahoma"/>
              <a:sym typeface="Tahoma"/>
            </a:endParaRPr>
          </a:p>
          <a:p>
            <a:pPr indent="0" lvl="0" marL="289560" marR="5080" rtl="0" algn="l">
              <a:lnSpc>
                <a:spcPct val="120000"/>
              </a:lnSpc>
              <a:spcBef>
                <a:spcPts val="35"/>
              </a:spcBef>
              <a:spcAft>
                <a:spcPts val="0"/>
              </a:spcAft>
              <a:buNone/>
            </a:pPr>
            <a:r>
              <a:rPr lang="en-US" sz="1000">
                <a:solidFill>
                  <a:schemeClr val="dk1"/>
                </a:solidFill>
                <a:latin typeface="Tahoma"/>
                <a:ea typeface="Tahoma"/>
                <a:cs typeface="Tahoma"/>
                <a:sym typeface="Tahoma"/>
              </a:rPr>
              <a:t>A person might walk from any  angle</a:t>
            </a:r>
            <a:endParaRPr sz="1000">
              <a:solidFill>
                <a:schemeClr val="dk1"/>
              </a:solidFill>
              <a:latin typeface="Tahoma"/>
              <a:ea typeface="Tahoma"/>
              <a:cs typeface="Tahoma"/>
              <a:sym typeface="Tahoma"/>
            </a:endParaRPr>
          </a:p>
          <a:p>
            <a:pPr indent="0" lvl="0" marL="289560" marR="0" rtl="0" algn="l">
              <a:lnSpc>
                <a:spcPct val="115000"/>
              </a:lnSpc>
              <a:spcBef>
                <a:spcPts val="0"/>
              </a:spcBef>
              <a:spcAft>
                <a:spcPts val="0"/>
              </a:spcAft>
              <a:buNone/>
            </a:pPr>
            <a:r>
              <a:rPr lang="en-US" sz="1000">
                <a:solidFill>
                  <a:schemeClr val="dk1"/>
                </a:solidFill>
                <a:latin typeface="Tahoma"/>
                <a:ea typeface="Tahoma"/>
                <a:cs typeface="Tahoma"/>
                <a:sym typeface="Tahoma"/>
              </a:rPr>
              <a:t>Lower light environment</a:t>
            </a:r>
            <a:endParaRPr sz="1000">
              <a:solidFill>
                <a:schemeClr val="dk1"/>
              </a:solidFill>
              <a:latin typeface="Tahoma"/>
              <a:ea typeface="Tahoma"/>
              <a:cs typeface="Tahoma"/>
              <a:sym typeface="Tahoma"/>
            </a:endParaRPr>
          </a:p>
          <a:p>
            <a:pPr indent="0" lvl="0" marL="289560" marR="0" rtl="0" algn="l">
              <a:lnSpc>
                <a:spcPct val="120000"/>
              </a:lnSpc>
              <a:spcBef>
                <a:spcPts val="0"/>
              </a:spcBef>
              <a:spcAft>
                <a:spcPts val="0"/>
              </a:spcAft>
              <a:buNone/>
            </a:pPr>
            <a:r>
              <a:rPr lang="en-US" sz="1000">
                <a:solidFill>
                  <a:schemeClr val="dk1"/>
                </a:solidFill>
                <a:latin typeface="Tahoma"/>
                <a:ea typeface="Tahoma"/>
                <a:cs typeface="Tahoma"/>
                <a:sym typeface="Tahoma"/>
              </a:rPr>
              <a:t>Few shot learning</a:t>
            </a:r>
            <a:endParaRPr sz="1000">
              <a:solidFill>
                <a:schemeClr val="dk1"/>
              </a:solidFill>
              <a:latin typeface="Tahoma"/>
              <a:ea typeface="Tahoma"/>
              <a:cs typeface="Tahoma"/>
              <a:sym typeface="Tahoma"/>
            </a:endParaRPr>
          </a:p>
        </p:txBody>
      </p:sp>
      <p:pic>
        <p:nvPicPr>
          <p:cNvPr id="504" name="Google Shape;504;p25"/>
          <p:cNvPicPr preferRelativeResize="0"/>
          <p:nvPr/>
        </p:nvPicPr>
        <p:blipFill rotWithShape="1">
          <a:blip r:embed="rId6">
            <a:alphaModFix/>
          </a:blip>
          <a:srcRect b="0" l="0" r="0" t="0"/>
          <a:stretch/>
        </p:blipFill>
        <p:spPr>
          <a:xfrm>
            <a:off x="2425306" y="926396"/>
            <a:ext cx="2078944" cy="2078944"/>
          </a:xfrm>
          <a:prstGeom prst="rect">
            <a:avLst/>
          </a:prstGeom>
          <a:noFill/>
          <a:ln>
            <a:noFill/>
          </a:ln>
        </p:spPr>
      </p:pic>
      <p:sp>
        <p:nvSpPr>
          <p:cNvPr id="505" name="Google Shape;505;p25"/>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506" name="Google Shape;506;p25"/>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6"/>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Step 2: Gather Information</a:t>
            </a:r>
            <a:endParaRPr sz="1400">
              <a:solidFill>
                <a:schemeClr val="accent1"/>
              </a:solidFill>
              <a:latin typeface="Trebuchet MS"/>
              <a:ea typeface="Trebuchet MS"/>
              <a:cs typeface="Trebuchet MS"/>
              <a:sym typeface="Trebuchet MS"/>
            </a:endParaRPr>
          </a:p>
        </p:txBody>
      </p:sp>
      <p:pic>
        <p:nvPicPr>
          <p:cNvPr id="512" name="Google Shape;512;p26"/>
          <p:cNvPicPr preferRelativeResize="0"/>
          <p:nvPr/>
        </p:nvPicPr>
        <p:blipFill rotWithShape="1">
          <a:blip r:embed="rId3">
            <a:alphaModFix/>
          </a:blip>
          <a:srcRect b="0" l="0" r="0" t="0"/>
          <a:stretch/>
        </p:blipFill>
        <p:spPr>
          <a:xfrm>
            <a:off x="234911" y="979411"/>
            <a:ext cx="65265" cy="65265"/>
          </a:xfrm>
          <a:prstGeom prst="rect">
            <a:avLst/>
          </a:prstGeom>
          <a:noFill/>
          <a:ln>
            <a:noFill/>
          </a:ln>
        </p:spPr>
      </p:pic>
      <p:pic>
        <p:nvPicPr>
          <p:cNvPr id="513" name="Google Shape;513;p26"/>
          <p:cNvPicPr preferRelativeResize="0"/>
          <p:nvPr/>
        </p:nvPicPr>
        <p:blipFill rotWithShape="1">
          <a:blip r:embed="rId4">
            <a:alphaModFix/>
          </a:blip>
          <a:srcRect b="0" l="0" r="0" t="0"/>
          <a:stretch/>
        </p:blipFill>
        <p:spPr>
          <a:xfrm>
            <a:off x="524687" y="1624711"/>
            <a:ext cx="52590" cy="52590"/>
          </a:xfrm>
          <a:prstGeom prst="rect">
            <a:avLst/>
          </a:prstGeom>
          <a:noFill/>
          <a:ln>
            <a:noFill/>
          </a:ln>
        </p:spPr>
      </p:pic>
      <p:pic>
        <p:nvPicPr>
          <p:cNvPr id="514" name="Google Shape;514;p26"/>
          <p:cNvPicPr preferRelativeResize="0"/>
          <p:nvPr/>
        </p:nvPicPr>
        <p:blipFill rotWithShape="1">
          <a:blip r:embed="rId5">
            <a:alphaModFix/>
          </a:blip>
          <a:srcRect b="0" l="0" r="0" t="0"/>
          <a:stretch/>
        </p:blipFill>
        <p:spPr>
          <a:xfrm>
            <a:off x="524687" y="1928367"/>
            <a:ext cx="52590" cy="52590"/>
          </a:xfrm>
          <a:prstGeom prst="rect">
            <a:avLst/>
          </a:prstGeom>
          <a:noFill/>
          <a:ln>
            <a:noFill/>
          </a:ln>
        </p:spPr>
      </p:pic>
      <p:pic>
        <p:nvPicPr>
          <p:cNvPr id="515" name="Google Shape;515;p26"/>
          <p:cNvPicPr preferRelativeResize="0"/>
          <p:nvPr/>
        </p:nvPicPr>
        <p:blipFill rotWithShape="1">
          <a:blip r:embed="rId5">
            <a:alphaModFix/>
          </a:blip>
          <a:srcRect b="0" l="0" r="0" t="0"/>
          <a:stretch/>
        </p:blipFill>
        <p:spPr>
          <a:xfrm>
            <a:off x="524687" y="2232037"/>
            <a:ext cx="52590" cy="52590"/>
          </a:xfrm>
          <a:prstGeom prst="rect">
            <a:avLst/>
          </a:prstGeom>
          <a:noFill/>
          <a:ln>
            <a:noFill/>
          </a:ln>
        </p:spPr>
      </p:pic>
      <p:pic>
        <p:nvPicPr>
          <p:cNvPr id="516" name="Google Shape;516;p26"/>
          <p:cNvPicPr preferRelativeResize="0"/>
          <p:nvPr/>
        </p:nvPicPr>
        <p:blipFill rotWithShape="1">
          <a:blip r:embed="rId5">
            <a:alphaModFix/>
          </a:blip>
          <a:srcRect b="0" l="0" r="0" t="0"/>
          <a:stretch/>
        </p:blipFill>
        <p:spPr>
          <a:xfrm>
            <a:off x="524687" y="2535694"/>
            <a:ext cx="52590" cy="52590"/>
          </a:xfrm>
          <a:prstGeom prst="rect">
            <a:avLst/>
          </a:prstGeom>
          <a:noFill/>
          <a:ln>
            <a:noFill/>
          </a:ln>
        </p:spPr>
      </p:pic>
      <p:pic>
        <p:nvPicPr>
          <p:cNvPr id="517" name="Google Shape;517;p26"/>
          <p:cNvPicPr preferRelativeResize="0"/>
          <p:nvPr/>
        </p:nvPicPr>
        <p:blipFill rotWithShape="1">
          <a:blip r:embed="rId6">
            <a:alphaModFix/>
          </a:blip>
          <a:srcRect b="0" l="0" r="0" t="0"/>
          <a:stretch/>
        </p:blipFill>
        <p:spPr>
          <a:xfrm>
            <a:off x="524687" y="2839351"/>
            <a:ext cx="52590" cy="52590"/>
          </a:xfrm>
          <a:prstGeom prst="rect">
            <a:avLst/>
          </a:prstGeom>
          <a:noFill/>
          <a:ln>
            <a:noFill/>
          </a:ln>
        </p:spPr>
      </p:pic>
      <p:sp>
        <p:nvSpPr>
          <p:cNvPr id="518" name="Google Shape;518;p26"/>
          <p:cNvSpPr txBox="1"/>
          <p:nvPr/>
        </p:nvSpPr>
        <p:spPr>
          <a:xfrm>
            <a:off x="356755" y="895958"/>
            <a:ext cx="2305050" cy="2037080"/>
          </a:xfrm>
          <a:prstGeom prst="rect">
            <a:avLst/>
          </a:prstGeom>
          <a:noFill/>
          <a:ln>
            <a:noFill/>
          </a:ln>
        </p:spPr>
        <p:txBody>
          <a:bodyPr anchorCtr="0" anchor="t" bIns="0" lIns="0" spcFirstLastPara="1" rIns="0" wrap="square" tIns="11425">
            <a:spAutoFit/>
          </a:bodyPr>
          <a:lstStyle/>
          <a:p>
            <a:pPr indent="0" lvl="0" marL="12700" marR="0" rtl="0" algn="l">
              <a:lnSpc>
                <a:spcPct val="114545"/>
              </a:lnSpc>
              <a:spcBef>
                <a:spcPts val="0"/>
              </a:spcBef>
              <a:spcAft>
                <a:spcPts val="0"/>
              </a:spcAft>
              <a:buNone/>
            </a:pPr>
            <a:r>
              <a:rPr lang="en-US" sz="1100">
                <a:solidFill>
                  <a:schemeClr val="dk1"/>
                </a:solidFill>
                <a:latin typeface="Tahoma"/>
                <a:ea typeface="Tahoma"/>
                <a:cs typeface="Tahoma"/>
                <a:sym typeface="Tahoma"/>
              </a:rPr>
              <a:t>Range of conflicting requirements (P2)</a:t>
            </a:r>
            <a:endParaRPr sz="1100">
              <a:solidFill>
                <a:schemeClr val="dk1"/>
              </a:solidFill>
              <a:latin typeface="Tahoma"/>
              <a:ea typeface="Tahoma"/>
              <a:cs typeface="Tahoma"/>
              <a:sym typeface="Tahoma"/>
            </a:endParaRPr>
          </a:p>
          <a:p>
            <a:pPr indent="0" lvl="0" marL="12700" marR="24130" rtl="0" algn="l">
              <a:lnSpc>
                <a:spcPct val="109090"/>
              </a:lnSpc>
              <a:spcBef>
                <a:spcPts val="75"/>
              </a:spcBef>
              <a:spcAft>
                <a:spcPts val="0"/>
              </a:spcAft>
              <a:buNone/>
            </a:pPr>
            <a:r>
              <a:rPr lang="en-US" sz="1100">
                <a:solidFill>
                  <a:schemeClr val="dk1"/>
                </a:solidFill>
                <a:latin typeface="Tahoma"/>
                <a:ea typeface="Tahoma"/>
                <a:cs typeface="Tahoma"/>
                <a:sym typeface="Tahoma"/>
              </a:rPr>
              <a:t>/ Familiarity of issues (P4) / Extent of  stakeholder involvement and level of  conflicting requirements (P6)</a:t>
            </a:r>
            <a:endParaRPr sz="1100">
              <a:solidFill>
                <a:schemeClr val="dk1"/>
              </a:solidFill>
              <a:latin typeface="Tahoma"/>
              <a:ea typeface="Tahoma"/>
              <a:cs typeface="Tahoma"/>
              <a:sym typeface="Tahoma"/>
            </a:endParaRPr>
          </a:p>
          <a:p>
            <a:pPr indent="0" lvl="0" marL="289560" marR="5080" rtl="0" algn="l">
              <a:lnSpc>
                <a:spcPct val="100000"/>
              </a:lnSpc>
              <a:spcBef>
                <a:spcPts val="150"/>
              </a:spcBef>
              <a:spcAft>
                <a:spcPts val="0"/>
              </a:spcAft>
              <a:buNone/>
            </a:pPr>
            <a:r>
              <a:rPr lang="en-US" sz="1000">
                <a:solidFill>
                  <a:schemeClr val="dk1"/>
                </a:solidFill>
                <a:latin typeface="Tahoma"/>
                <a:ea typeface="Tahoma"/>
                <a:cs typeface="Tahoma"/>
                <a:sym typeface="Tahoma"/>
              </a:rPr>
              <a:t>What are the existing solutions to the  problem?</a:t>
            </a:r>
            <a:endParaRPr sz="1000">
              <a:solidFill>
                <a:schemeClr val="dk1"/>
              </a:solidFill>
              <a:latin typeface="Tahoma"/>
              <a:ea typeface="Tahoma"/>
              <a:cs typeface="Tahoma"/>
              <a:sym typeface="Tahoma"/>
            </a:endParaRPr>
          </a:p>
          <a:p>
            <a:pPr indent="0" lvl="0" marL="289560" marR="78105" rtl="0" algn="l">
              <a:lnSpc>
                <a:spcPct val="120000"/>
              </a:lnSpc>
              <a:spcBef>
                <a:spcPts val="30"/>
              </a:spcBef>
              <a:spcAft>
                <a:spcPts val="0"/>
              </a:spcAft>
              <a:buNone/>
            </a:pPr>
            <a:r>
              <a:rPr lang="en-US" sz="1000">
                <a:solidFill>
                  <a:schemeClr val="dk1"/>
                </a:solidFill>
                <a:latin typeface="Tahoma"/>
                <a:ea typeface="Tahoma"/>
                <a:cs typeface="Tahoma"/>
                <a:sym typeface="Tahoma"/>
              </a:rPr>
              <a:t>What is wrong with the way the  problem is currently being solved?  What are the available video camera  or processors available?</a:t>
            </a:r>
            <a:endParaRPr sz="1000">
              <a:solidFill>
                <a:schemeClr val="dk1"/>
              </a:solidFill>
              <a:latin typeface="Tahoma"/>
              <a:ea typeface="Tahoma"/>
              <a:cs typeface="Tahoma"/>
              <a:sym typeface="Tahoma"/>
            </a:endParaRPr>
          </a:p>
          <a:p>
            <a:pPr indent="0" lvl="0" marL="289560" marR="0" rtl="0" algn="l">
              <a:lnSpc>
                <a:spcPct val="114000"/>
              </a:lnSpc>
              <a:spcBef>
                <a:spcPts val="0"/>
              </a:spcBef>
              <a:spcAft>
                <a:spcPts val="0"/>
              </a:spcAft>
              <a:buNone/>
            </a:pPr>
            <a:r>
              <a:rPr lang="en-US" sz="1000">
                <a:solidFill>
                  <a:schemeClr val="dk1"/>
                </a:solidFill>
                <a:latin typeface="Tahoma"/>
                <a:ea typeface="Tahoma"/>
                <a:cs typeface="Tahoma"/>
                <a:sym typeface="Tahoma"/>
              </a:rPr>
              <a:t>What is the cost of the existing</a:t>
            </a:r>
            <a:endParaRPr sz="1000">
              <a:solidFill>
                <a:schemeClr val="dk1"/>
              </a:solidFill>
              <a:latin typeface="Tahoma"/>
              <a:ea typeface="Tahoma"/>
              <a:cs typeface="Tahoma"/>
              <a:sym typeface="Tahoma"/>
            </a:endParaRPr>
          </a:p>
          <a:p>
            <a:pPr indent="0" lvl="0" marL="289560" marR="0" rtl="0" algn="l">
              <a:lnSpc>
                <a:spcPct val="119500"/>
              </a:lnSpc>
              <a:spcBef>
                <a:spcPts val="0"/>
              </a:spcBef>
              <a:spcAft>
                <a:spcPts val="0"/>
              </a:spcAft>
              <a:buNone/>
            </a:pPr>
            <a:r>
              <a:rPr lang="en-US" sz="1000">
                <a:solidFill>
                  <a:schemeClr val="dk1"/>
                </a:solidFill>
                <a:latin typeface="Tahoma"/>
                <a:ea typeface="Tahoma"/>
                <a:cs typeface="Tahoma"/>
                <a:sym typeface="Tahoma"/>
              </a:rPr>
              <a:t>solutions?</a:t>
            </a:r>
            <a:endParaRPr sz="1000">
              <a:solidFill>
                <a:schemeClr val="dk1"/>
              </a:solidFill>
              <a:latin typeface="Tahoma"/>
              <a:ea typeface="Tahoma"/>
              <a:cs typeface="Tahoma"/>
              <a:sym typeface="Tahoma"/>
            </a:endParaRPr>
          </a:p>
          <a:p>
            <a:pPr indent="0" lvl="0" marL="289560" marR="0" rtl="0" algn="l">
              <a:lnSpc>
                <a:spcPct val="120000"/>
              </a:lnSpc>
              <a:spcBef>
                <a:spcPts val="0"/>
              </a:spcBef>
              <a:spcAft>
                <a:spcPts val="0"/>
              </a:spcAft>
              <a:buNone/>
            </a:pPr>
            <a:r>
              <a:rPr lang="en-US" sz="1000">
                <a:solidFill>
                  <a:schemeClr val="dk1"/>
                </a:solidFill>
                <a:latin typeface="Tahoma"/>
                <a:ea typeface="Tahoma"/>
                <a:cs typeface="Tahoma"/>
                <a:sym typeface="Tahoma"/>
              </a:rPr>
              <a:t>What other factors are important?</a:t>
            </a:r>
            <a:endParaRPr sz="1000">
              <a:solidFill>
                <a:schemeClr val="dk1"/>
              </a:solidFill>
              <a:latin typeface="Tahoma"/>
              <a:ea typeface="Tahoma"/>
              <a:cs typeface="Tahoma"/>
              <a:sym typeface="Tahoma"/>
            </a:endParaRPr>
          </a:p>
        </p:txBody>
      </p:sp>
      <p:pic>
        <p:nvPicPr>
          <p:cNvPr id="519" name="Google Shape;519;p26"/>
          <p:cNvPicPr preferRelativeResize="0"/>
          <p:nvPr/>
        </p:nvPicPr>
        <p:blipFill rotWithShape="1">
          <a:blip r:embed="rId7">
            <a:alphaModFix/>
          </a:blip>
          <a:srcRect b="0" l="0" r="0" t="0"/>
          <a:stretch/>
        </p:blipFill>
        <p:spPr>
          <a:xfrm>
            <a:off x="2783293" y="1085319"/>
            <a:ext cx="1732340" cy="1732340"/>
          </a:xfrm>
          <a:prstGeom prst="rect">
            <a:avLst/>
          </a:prstGeom>
          <a:noFill/>
          <a:ln>
            <a:noFill/>
          </a:ln>
        </p:spPr>
      </p:pic>
      <p:sp>
        <p:nvSpPr>
          <p:cNvPr id="520" name="Google Shape;520;p26"/>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521" name="Google Shape;521;p26"/>
          <p:cNvSpPr txBox="1"/>
          <p:nvPr/>
        </p:nvSpPr>
        <p:spPr>
          <a:xfrm>
            <a:off x="4349747" y="3334918"/>
            <a:ext cx="157480" cy="102235"/>
          </a:xfrm>
          <a:prstGeom prst="rect">
            <a:avLst/>
          </a:prstGeom>
          <a:noFill/>
          <a:ln>
            <a:noFill/>
          </a:ln>
        </p:spPr>
        <p:txBody>
          <a:bodyPr anchorCtr="0" anchor="t" bIns="0" lIns="0" spcFirstLastPara="1" rIns="0" wrap="square" tIns="0">
            <a:spAutoFit/>
          </a:bodyPr>
          <a:lstStyle/>
          <a:p>
            <a:pPr indent="0" lvl="0" marL="38100" marR="0" rtl="0" algn="l">
              <a:lnSpc>
                <a:spcPct val="112500"/>
              </a:lnSpc>
              <a:spcBef>
                <a:spcPts val="0"/>
              </a:spcBef>
              <a:spcAft>
                <a:spcPts val="0"/>
              </a:spcAft>
              <a:buNone/>
            </a:pPr>
            <a:fld id="{00000000-1234-1234-1234-123412341234}" type="slidenum">
              <a:rPr lang="en-US" sz="600">
                <a:solidFill>
                  <a:schemeClr val="dk1"/>
                </a:solidFill>
                <a:latin typeface="Helvetica Neue"/>
                <a:ea typeface="Helvetica Neue"/>
                <a:cs typeface="Helvetica Neue"/>
                <a:sym typeface="Helvetica Neue"/>
              </a:rPr>
              <a:t>‹#›</a:t>
            </a:fld>
            <a:endParaRPr sz="600">
              <a:solidFill>
                <a:schemeClr val="dk1"/>
              </a:solidFill>
              <a:latin typeface="Helvetica Neue"/>
              <a:ea typeface="Helvetica Neue"/>
              <a:cs typeface="Helvetica Neue"/>
              <a:sym typeface="Helvetica Neue"/>
            </a:endParaRP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27"/>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Step 3: Generate Multiple Solutions</a:t>
            </a:r>
            <a:endParaRPr sz="1400">
              <a:solidFill>
                <a:schemeClr val="accent1"/>
              </a:solidFill>
              <a:latin typeface="Trebuchet MS"/>
              <a:ea typeface="Trebuchet MS"/>
              <a:cs typeface="Trebuchet MS"/>
              <a:sym typeface="Trebuchet MS"/>
            </a:endParaRPr>
          </a:p>
        </p:txBody>
      </p:sp>
      <p:pic>
        <p:nvPicPr>
          <p:cNvPr id="527" name="Google Shape;527;p27"/>
          <p:cNvPicPr preferRelativeResize="0"/>
          <p:nvPr/>
        </p:nvPicPr>
        <p:blipFill rotWithShape="1">
          <a:blip r:embed="rId3">
            <a:alphaModFix/>
          </a:blip>
          <a:srcRect b="0" l="0" r="0" t="0"/>
          <a:stretch/>
        </p:blipFill>
        <p:spPr>
          <a:xfrm>
            <a:off x="234911" y="1088466"/>
            <a:ext cx="65265" cy="65265"/>
          </a:xfrm>
          <a:prstGeom prst="rect">
            <a:avLst/>
          </a:prstGeom>
          <a:noFill/>
          <a:ln>
            <a:noFill/>
          </a:ln>
        </p:spPr>
      </p:pic>
      <p:pic>
        <p:nvPicPr>
          <p:cNvPr id="528" name="Google Shape;528;p27"/>
          <p:cNvPicPr preferRelativeResize="0"/>
          <p:nvPr/>
        </p:nvPicPr>
        <p:blipFill rotWithShape="1">
          <a:blip r:embed="rId4">
            <a:alphaModFix/>
          </a:blip>
          <a:srcRect b="0" l="0" r="0" t="0"/>
          <a:stretch/>
        </p:blipFill>
        <p:spPr>
          <a:xfrm>
            <a:off x="524687" y="1278280"/>
            <a:ext cx="52590" cy="52590"/>
          </a:xfrm>
          <a:prstGeom prst="rect">
            <a:avLst/>
          </a:prstGeom>
          <a:noFill/>
          <a:ln>
            <a:noFill/>
          </a:ln>
        </p:spPr>
      </p:pic>
      <p:pic>
        <p:nvPicPr>
          <p:cNvPr id="529" name="Google Shape;529;p27"/>
          <p:cNvPicPr preferRelativeResize="0"/>
          <p:nvPr/>
        </p:nvPicPr>
        <p:blipFill rotWithShape="1">
          <a:blip r:embed="rId5">
            <a:alphaModFix/>
          </a:blip>
          <a:srcRect b="0" l="0" r="0" t="0"/>
          <a:stretch/>
        </p:blipFill>
        <p:spPr>
          <a:xfrm>
            <a:off x="524687" y="1733778"/>
            <a:ext cx="52590" cy="52590"/>
          </a:xfrm>
          <a:prstGeom prst="rect">
            <a:avLst/>
          </a:prstGeom>
          <a:noFill/>
          <a:ln>
            <a:noFill/>
          </a:ln>
        </p:spPr>
      </p:pic>
      <p:pic>
        <p:nvPicPr>
          <p:cNvPr id="530" name="Google Shape;530;p27"/>
          <p:cNvPicPr preferRelativeResize="0"/>
          <p:nvPr/>
        </p:nvPicPr>
        <p:blipFill rotWithShape="1">
          <a:blip r:embed="rId4">
            <a:alphaModFix/>
          </a:blip>
          <a:srcRect b="0" l="0" r="0" t="0"/>
          <a:stretch/>
        </p:blipFill>
        <p:spPr>
          <a:xfrm>
            <a:off x="524687" y="2037435"/>
            <a:ext cx="52590" cy="52590"/>
          </a:xfrm>
          <a:prstGeom prst="rect">
            <a:avLst/>
          </a:prstGeom>
          <a:noFill/>
          <a:ln>
            <a:noFill/>
          </a:ln>
        </p:spPr>
      </p:pic>
      <p:pic>
        <p:nvPicPr>
          <p:cNvPr id="531" name="Google Shape;531;p27"/>
          <p:cNvPicPr preferRelativeResize="0"/>
          <p:nvPr/>
        </p:nvPicPr>
        <p:blipFill rotWithShape="1">
          <a:blip r:embed="rId4">
            <a:alphaModFix/>
          </a:blip>
          <a:srcRect b="0" l="0" r="0" t="0"/>
          <a:stretch/>
        </p:blipFill>
        <p:spPr>
          <a:xfrm>
            <a:off x="524687" y="2492933"/>
            <a:ext cx="52590" cy="52590"/>
          </a:xfrm>
          <a:prstGeom prst="rect">
            <a:avLst/>
          </a:prstGeom>
          <a:noFill/>
          <a:ln>
            <a:noFill/>
          </a:ln>
        </p:spPr>
      </p:pic>
      <p:pic>
        <p:nvPicPr>
          <p:cNvPr id="532" name="Google Shape;532;p27"/>
          <p:cNvPicPr preferRelativeResize="0"/>
          <p:nvPr/>
        </p:nvPicPr>
        <p:blipFill rotWithShape="1">
          <a:blip r:embed="rId4">
            <a:alphaModFix/>
          </a:blip>
          <a:srcRect b="0" l="0" r="0" t="0"/>
          <a:stretch/>
        </p:blipFill>
        <p:spPr>
          <a:xfrm>
            <a:off x="524687" y="2644762"/>
            <a:ext cx="52590" cy="52590"/>
          </a:xfrm>
          <a:prstGeom prst="rect">
            <a:avLst/>
          </a:prstGeom>
          <a:noFill/>
          <a:ln>
            <a:noFill/>
          </a:ln>
        </p:spPr>
      </p:pic>
      <p:pic>
        <p:nvPicPr>
          <p:cNvPr id="533" name="Google Shape;533;p27"/>
          <p:cNvPicPr preferRelativeResize="0"/>
          <p:nvPr/>
        </p:nvPicPr>
        <p:blipFill rotWithShape="1">
          <a:blip r:embed="rId4">
            <a:alphaModFix/>
          </a:blip>
          <a:srcRect b="0" l="0" r="0" t="0"/>
          <a:stretch/>
        </p:blipFill>
        <p:spPr>
          <a:xfrm>
            <a:off x="524687" y="2796590"/>
            <a:ext cx="52590" cy="52590"/>
          </a:xfrm>
          <a:prstGeom prst="rect">
            <a:avLst/>
          </a:prstGeom>
          <a:noFill/>
          <a:ln>
            <a:noFill/>
          </a:ln>
        </p:spPr>
      </p:pic>
      <p:sp>
        <p:nvSpPr>
          <p:cNvPr id="534" name="Google Shape;534;p27"/>
          <p:cNvSpPr txBox="1"/>
          <p:nvPr/>
        </p:nvSpPr>
        <p:spPr>
          <a:xfrm>
            <a:off x="356755" y="979958"/>
            <a:ext cx="1908175" cy="1910080"/>
          </a:xfrm>
          <a:prstGeom prst="rect">
            <a:avLst/>
          </a:prstGeom>
          <a:noFill/>
          <a:ln>
            <a:noFill/>
          </a:ln>
        </p:spPr>
        <p:txBody>
          <a:bodyPr anchorCtr="0" anchor="t" bIns="0" lIns="0" spcFirstLastPara="1" rIns="0" wrap="square" tIns="25400">
            <a:spAutoFit/>
          </a:bodyPr>
          <a:lstStyle/>
          <a:p>
            <a:pPr indent="-277494" lvl="0" marL="289560" marR="153035" rtl="0" algn="l">
              <a:lnSpc>
                <a:spcPct val="106400"/>
              </a:lnSpc>
              <a:spcBef>
                <a:spcPts val="0"/>
              </a:spcBef>
              <a:spcAft>
                <a:spcPts val="0"/>
              </a:spcAft>
              <a:buNone/>
            </a:pPr>
            <a:r>
              <a:rPr lang="en-US" sz="1100">
                <a:solidFill>
                  <a:schemeClr val="dk1"/>
                </a:solidFill>
                <a:latin typeface="Tahoma"/>
                <a:ea typeface="Tahoma"/>
                <a:cs typeface="Tahoma"/>
                <a:sym typeface="Tahoma"/>
              </a:rPr>
              <a:t>Depth of Analysis (P3)  </a:t>
            </a:r>
            <a:r>
              <a:rPr lang="en-US" sz="1000">
                <a:solidFill>
                  <a:schemeClr val="dk1"/>
                </a:solidFill>
                <a:latin typeface="Tahoma"/>
                <a:ea typeface="Tahoma"/>
                <a:cs typeface="Tahoma"/>
                <a:sym typeface="Tahoma"/>
              </a:rPr>
              <a:t>Generate images and image  based features using image</a:t>
            </a:r>
            <a:endParaRPr sz="1000">
              <a:solidFill>
                <a:schemeClr val="dk1"/>
              </a:solidFill>
              <a:latin typeface="Tahoma"/>
              <a:ea typeface="Tahoma"/>
              <a:cs typeface="Tahoma"/>
              <a:sym typeface="Tahoma"/>
            </a:endParaRPr>
          </a:p>
          <a:p>
            <a:pPr indent="0" lvl="0" marL="289560" marR="240665" rtl="0" algn="l">
              <a:lnSpc>
                <a:spcPct val="120000"/>
              </a:lnSpc>
              <a:spcBef>
                <a:spcPts val="40"/>
              </a:spcBef>
              <a:spcAft>
                <a:spcPts val="0"/>
              </a:spcAft>
              <a:buNone/>
            </a:pPr>
            <a:r>
              <a:rPr lang="en-US" sz="1000">
                <a:solidFill>
                  <a:schemeClr val="dk1"/>
                </a:solidFill>
                <a:latin typeface="Tahoma"/>
                <a:ea typeface="Tahoma"/>
                <a:cs typeface="Tahoma"/>
                <a:sym typeface="Tahoma"/>
              </a:rPr>
              <a:t>processing techniques  Generate milestones using  pose estimation</a:t>
            </a:r>
            <a:endParaRPr sz="1000">
              <a:solidFill>
                <a:schemeClr val="dk1"/>
              </a:solidFill>
              <a:latin typeface="Tahoma"/>
              <a:ea typeface="Tahoma"/>
              <a:cs typeface="Tahoma"/>
              <a:sym typeface="Tahoma"/>
            </a:endParaRPr>
          </a:p>
          <a:p>
            <a:pPr indent="0" lvl="0" marL="289560" marR="0" rtl="0" algn="l">
              <a:lnSpc>
                <a:spcPct val="114500"/>
              </a:lnSpc>
              <a:spcBef>
                <a:spcPts val="0"/>
              </a:spcBef>
              <a:spcAft>
                <a:spcPts val="0"/>
              </a:spcAft>
              <a:buNone/>
            </a:pPr>
            <a:r>
              <a:rPr lang="en-US" sz="1000">
                <a:solidFill>
                  <a:schemeClr val="dk1"/>
                </a:solidFill>
                <a:latin typeface="Tahoma"/>
                <a:ea typeface="Tahoma"/>
                <a:cs typeface="Tahoma"/>
                <a:sym typeface="Tahoma"/>
              </a:rPr>
              <a:t>Might need to normalize them</a:t>
            </a:r>
            <a:endParaRPr sz="1000">
              <a:solidFill>
                <a:schemeClr val="dk1"/>
              </a:solidFill>
              <a:latin typeface="Tahoma"/>
              <a:ea typeface="Tahoma"/>
              <a:cs typeface="Tahoma"/>
              <a:sym typeface="Tahoma"/>
            </a:endParaRPr>
          </a:p>
          <a:p>
            <a:pPr indent="0" lvl="0" marL="289560" marR="206375" rtl="0" algn="l">
              <a:lnSpc>
                <a:spcPct val="120000"/>
              </a:lnSpc>
              <a:spcBef>
                <a:spcPts val="35"/>
              </a:spcBef>
              <a:spcAft>
                <a:spcPts val="0"/>
              </a:spcAft>
              <a:buNone/>
            </a:pPr>
            <a:r>
              <a:rPr lang="en-US" sz="1000">
                <a:solidFill>
                  <a:schemeClr val="dk1"/>
                </a:solidFill>
                <a:latin typeface="Tahoma"/>
                <a:ea typeface="Tahoma"/>
                <a:cs typeface="Tahoma"/>
                <a:sym typeface="Tahoma"/>
              </a:rPr>
              <a:t>based on the environment,  angle orientation</a:t>
            </a:r>
            <a:endParaRPr sz="1000">
              <a:solidFill>
                <a:schemeClr val="dk1"/>
              </a:solidFill>
              <a:latin typeface="Tahoma"/>
              <a:ea typeface="Tahoma"/>
              <a:cs typeface="Tahoma"/>
              <a:sym typeface="Tahoma"/>
            </a:endParaRPr>
          </a:p>
          <a:p>
            <a:pPr indent="0" lvl="0" marL="289560" marR="0" rtl="0" algn="l">
              <a:lnSpc>
                <a:spcPct val="115000"/>
              </a:lnSpc>
              <a:spcBef>
                <a:spcPts val="0"/>
              </a:spcBef>
              <a:spcAft>
                <a:spcPts val="0"/>
              </a:spcAft>
              <a:buNone/>
            </a:pPr>
            <a:r>
              <a:rPr lang="en-US" sz="1000">
                <a:solidFill>
                  <a:schemeClr val="dk1"/>
                </a:solidFill>
                <a:latin typeface="Tahoma"/>
                <a:ea typeface="Tahoma"/>
                <a:cs typeface="Tahoma"/>
                <a:sym typeface="Tahoma"/>
              </a:rPr>
              <a:t>Data augmentation</a:t>
            </a:r>
            <a:endParaRPr sz="1000">
              <a:solidFill>
                <a:schemeClr val="dk1"/>
              </a:solidFill>
              <a:latin typeface="Tahoma"/>
              <a:ea typeface="Tahoma"/>
              <a:cs typeface="Tahoma"/>
              <a:sym typeface="Tahoma"/>
            </a:endParaRPr>
          </a:p>
          <a:p>
            <a:pPr indent="0" lvl="0" marL="289560" marR="287655" rtl="0" algn="l">
              <a:lnSpc>
                <a:spcPct val="120000"/>
              </a:lnSpc>
              <a:spcBef>
                <a:spcPts val="40"/>
              </a:spcBef>
              <a:spcAft>
                <a:spcPts val="0"/>
              </a:spcAft>
              <a:buNone/>
            </a:pPr>
            <a:r>
              <a:rPr lang="en-US" sz="1000">
                <a:solidFill>
                  <a:schemeClr val="dk1"/>
                </a:solidFill>
                <a:latin typeface="Tahoma"/>
                <a:ea typeface="Tahoma"/>
                <a:cs typeface="Tahoma"/>
                <a:sym typeface="Tahoma"/>
              </a:rPr>
              <a:t>Train few shot models  Prepare inference models</a:t>
            </a:r>
            <a:endParaRPr sz="1000">
              <a:solidFill>
                <a:schemeClr val="dk1"/>
              </a:solidFill>
              <a:latin typeface="Tahoma"/>
              <a:ea typeface="Tahoma"/>
              <a:cs typeface="Tahoma"/>
              <a:sym typeface="Tahoma"/>
            </a:endParaRPr>
          </a:p>
        </p:txBody>
      </p:sp>
      <p:pic>
        <p:nvPicPr>
          <p:cNvPr id="535" name="Google Shape;535;p27"/>
          <p:cNvPicPr preferRelativeResize="0"/>
          <p:nvPr/>
        </p:nvPicPr>
        <p:blipFill rotWithShape="1">
          <a:blip r:embed="rId6">
            <a:alphaModFix/>
          </a:blip>
          <a:srcRect b="0" l="0" r="0" t="0"/>
          <a:stretch/>
        </p:blipFill>
        <p:spPr>
          <a:xfrm>
            <a:off x="2350185" y="891806"/>
            <a:ext cx="2165426" cy="2165426"/>
          </a:xfrm>
          <a:prstGeom prst="rect">
            <a:avLst/>
          </a:prstGeom>
          <a:noFill/>
          <a:ln>
            <a:noFill/>
          </a:ln>
        </p:spPr>
      </p:pic>
      <p:sp>
        <p:nvSpPr>
          <p:cNvPr id="536" name="Google Shape;536;p27"/>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537" name="Google Shape;537;p27"/>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28"/>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Step 4: Analyse and selection a solution</a:t>
            </a:r>
            <a:endParaRPr sz="1400">
              <a:solidFill>
                <a:schemeClr val="accent1"/>
              </a:solidFill>
              <a:latin typeface="Trebuchet MS"/>
              <a:ea typeface="Trebuchet MS"/>
              <a:cs typeface="Trebuchet MS"/>
              <a:sym typeface="Trebuchet MS"/>
            </a:endParaRPr>
          </a:p>
        </p:txBody>
      </p:sp>
      <p:pic>
        <p:nvPicPr>
          <p:cNvPr id="543" name="Google Shape;543;p28"/>
          <p:cNvPicPr preferRelativeResize="0"/>
          <p:nvPr/>
        </p:nvPicPr>
        <p:blipFill rotWithShape="1">
          <a:blip r:embed="rId3">
            <a:alphaModFix/>
          </a:blip>
          <a:srcRect b="0" l="0" r="0" t="0"/>
          <a:stretch/>
        </p:blipFill>
        <p:spPr>
          <a:xfrm>
            <a:off x="234911" y="949261"/>
            <a:ext cx="65265" cy="65265"/>
          </a:xfrm>
          <a:prstGeom prst="rect">
            <a:avLst/>
          </a:prstGeom>
          <a:noFill/>
          <a:ln>
            <a:noFill/>
          </a:ln>
        </p:spPr>
      </p:pic>
      <p:pic>
        <p:nvPicPr>
          <p:cNvPr id="544" name="Google Shape;544;p28"/>
          <p:cNvPicPr preferRelativeResize="0"/>
          <p:nvPr/>
        </p:nvPicPr>
        <p:blipFill rotWithShape="1">
          <a:blip r:embed="rId4">
            <a:alphaModFix/>
          </a:blip>
          <a:srcRect b="0" l="0" r="0" t="0"/>
          <a:stretch/>
        </p:blipFill>
        <p:spPr>
          <a:xfrm>
            <a:off x="524687" y="1483220"/>
            <a:ext cx="52590" cy="52590"/>
          </a:xfrm>
          <a:prstGeom prst="rect">
            <a:avLst/>
          </a:prstGeom>
          <a:noFill/>
          <a:ln>
            <a:noFill/>
          </a:ln>
        </p:spPr>
      </p:pic>
      <p:sp>
        <p:nvSpPr>
          <p:cNvPr id="545" name="Google Shape;545;p28"/>
          <p:cNvSpPr txBox="1"/>
          <p:nvPr/>
        </p:nvSpPr>
        <p:spPr>
          <a:xfrm>
            <a:off x="300176" y="889933"/>
            <a:ext cx="2081074" cy="2027158"/>
          </a:xfrm>
          <a:prstGeom prst="rect">
            <a:avLst/>
          </a:prstGeom>
          <a:noFill/>
          <a:ln>
            <a:noFill/>
          </a:ln>
        </p:spPr>
        <p:txBody>
          <a:bodyPr anchorCtr="0" anchor="t" bIns="0" lIns="0" spcFirstLastPara="1" rIns="0" wrap="square" tIns="6975">
            <a:spAutoFit/>
          </a:bodyPr>
          <a:lstStyle/>
          <a:p>
            <a:pPr indent="0" lvl="0" marL="12700" marR="5080" rtl="0" algn="l">
              <a:lnSpc>
                <a:spcPct val="102600"/>
              </a:lnSpc>
              <a:spcBef>
                <a:spcPts val="0"/>
              </a:spcBef>
              <a:spcAft>
                <a:spcPts val="0"/>
              </a:spcAft>
              <a:buNone/>
            </a:pPr>
            <a:r>
              <a:rPr lang="en-US" sz="1100">
                <a:solidFill>
                  <a:schemeClr val="dk1"/>
                </a:solidFill>
                <a:latin typeface="Tahoma"/>
                <a:ea typeface="Tahoma"/>
                <a:cs typeface="Tahoma"/>
                <a:sym typeface="Tahoma"/>
              </a:rPr>
              <a:t>Depth of Knowledge (P1) /  Depth of Analysis (P3) / Extent  of Applicable Codes (P5)</a:t>
            </a:r>
            <a:endParaRPr sz="1100">
              <a:solidFill>
                <a:schemeClr val="dk1"/>
              </a:solidFill>
              <a:latin typeface="Tahoma"/>
              <a:ea typeface="Tahoma"/>
              <a:cs typeface="Tahoma"/>
              <a:sym typeface="Tahoma"/>
            </a:endParaRPr>
          </a:p>
          <a:p>
            <a:pPr indent="0" lvl="0" marL="289560" marR="57150" rtl="0" algn="l">
              <a:lnSpc>
                <a:spcPct val="100000"/>
              </a:lnSpc>
              <a:spcBef>
                <a:spcPts val="175"/>
              </a:spcBef>
              <a:spcAft>
                <a:spcPts val="0"/>
              </a:spcAft>
              <a:buNone/>
            </a:pPr>
            <a:r>
              <a:rPr lang="en-US" sz="1000">
                <a:solidFill>
                  <a:schemeClr val="dk1"/>
                </a:solidFill>
                <a:latin typeface="Tahoma"/>
                <a:ea typeface="Tahoma"/>
                <a:cs typeface="Tahoma"/>
                <a:sym typeface="Tahoma"/>
              </a:rPr>
              <a:t>Analysis of design solutions –  design problem is unique and  requires different types of  analysis</a:t>
            </a:r>
            <a:endParaRPr sz="1000">
              <a:solidFill>
                <a:schemeClr val="dk1"/>
              </a:solidFill>
              <a:latin typeface="Tahoma"/>
              <a:ea typeface="Tahoma"/>
              <a:cs typeface="Tahoma"/>
              <a:sym typeface="Tahoma"/>
            </a:endParaRPr>
          </a:p>
          <a:p>
            <a:pPr indent="-171450" lvl="0" marL="737870" marR="407669" rtl="0" algn="l">
              <a:lnSpc>
                <a:spcPct val="101499"/>
              </a:lnSpc>
              <a:spcBef>
                <a:spcPts val="165"/>
              </a:spcBef>
              <a:spcAft>
                <a:spcPts val="0"/>
              </a:spcAft>
              <a:buClr>
                <a:schemeClr val="dk1"/>
              </a:buClr>
              <a:buSzPts val="900"/>
              <a:buFont typeface="Arial"/>
              <a:buChar char="•"/>
            </a:pPr>
            <a:r>
              <a:rPr lang="en-US" sz="900">
                <a:solidFill>
                  <a:schemeClr val="dk1"/>
                </a:solidFill>
                <a:latin typeface="Helvetica Neue"/>
                <a:ea typeface="Helvetica Neue"/>
                <a:cs typeface="Helvetica Neue"/>
                <a:sym typeface="Helvetica Neue"/>
              </a:rPr>
              <a:t>Functional analysis </a:t>
            </a:r>
            <a:endParaRPr sz="900">
              <a:solidFill>
                <a:schemeClr val="dk1"/>
              </a:solidFill>
              <a:latin typeface="Helvetica Neue"/>
              <a:ea typeface="Helvetica Neue"/>
              <a:cs typeface="Helvetica Neue"/>
              <a:sym typeface="Helvetica Neue"/>
            </a:endParaRPr>
          </a:p>
          <a:p>
            <a:pPr indent="-171450" lvl="0" marL="737870" marR="12065" rtl="0" algn="l">
              <a:lnSpc>
                <a:spcPct val="101499"/>
              </a:lnSpc>
              <a:spcBef>
                <a:spcPts val="0"/>
              </a:spcBef>
              <a:spcAft>
                <a:spcPts val="0"/>
              </a:spcAft>
              <a:buClr>
                <a:schemeClr val="dk1"/>
              </a:buClr>
              <a:buSzPts val="900"/>
              <a:buFont typeface="Arial"/>
              <a:buChar char="•"/>
            </a:pPr>
            <a:r>
              <a:rPr lang="en-US" sz="900">
                <a:solidFill>
                  <a:schemeClr val="dk1"/>
                </a:solidFill>
                <a:latin typeface="Helvetica Neue"/>
                <a:ea typeface="Helvetica Neue"/>
                <a:cs typeface="Helvetica Neue"/>
                <a:sym typeface="Helvetica Neue"/>
              </a:rPr>
              <a:t>Product safety and liability</a:t>
            </a:r>
            <a:endParaRPr sz="900">
              <a:solidFill>
                <a:schemeClr val="dk1"/>
              </a:solidFill>
              <a:latin typeface="Helvetica Neue"/>
              <a:ea typeface="Helvetica Neue"/>
              <a:cs typeface="Helvetica Neue"/>
              <a:sym typeface="Helvetica Neue"/>
            </a:endParaRPr>
          </a:p>
          <a:p>
            <a:pPr indent="-171450" lvl="0" marL="737870" marR="12065" rtl="0" algn="l">
              <a:lnSpc>
                <a:spcPct val="101499"/>
              </a:lnSpc>
              <a:spcBef>
                <a:spcPts val="0"/>
              </a:spcBef>
              <a:spcAft>
                <a:spcPts val="0"/>
              </a:spcAft>
              <a:buClr>
                <a:schemeClr val="dk1"/>
              </a:buClr>
              <a:buSzPts val="900"/>
              <a:buFont typeface="Arial"/>
              <a:buChar char="•"/>
            </a:pPr>
            <a:r>
              <a:rPr lang="en-US" sz="900">
                <a:solidFill>
                  <a:schemeClr val="dk1"/>
                </a:solidFill>
                <a:latin typeface="Helvetica Neue"/>
                <a:ea typeface="Helvetica Neue"/>
                <a:cs typeface="Helvetica Neue"/>
                <a:sym typeface="Helvetica Neue"/>
              </a:rPr>
              <a:t>Economic and market analysis</a:t>
            </a:r>
            <a:endParaRPr sz="900">
              <a:solidFill>
                <a:schemeClr val="dk1"/>
              </a:solidFill>
              <a:latin typeface="Helvetica Neue"/>
              <a:ea typeface="Helvetica Neue"/>
              <a:cs typeface="Helvetica Neue"/>
              <a:sym typeface="Helvetica Neue"/>
            </a:endParaRPr>
          </a:p>
          <a:p>
            <a:pPr indent="-171450" lvl="0" marL="737870" marR="179705" rtl="0" algn="l">
              <a:lnSpc>
                <a:spcPct val="101499"/>
              </a:lnSpc>
              <a:spcBef>
                <a:spcPts val="0"/>
              </a:spcBef>
              <a:spcAft>
                <a:spcPts val="0"/>
              </a:spcAft>
              <a:buClr>
                <a:schemeClr val="dk1"/>
              </a:buClr>
              <a:buSzPts val="900"/>
              <a:buFont typeface="Arial"/>
              <a:buChar char="•"/>
            </a:pPr>
            <a:r>
              <a:rPr lang="en-US" sz="900">
                <a:solidFill>
                  <a:schemeClr val="dk1"/>
                </a:solidFill>
                <a:latin typeface="Helvetica Neue"/>
                <a:ea typeface="Helvetica Neue"/>
                <a:cs typeface="Helvetica Neue"/>
                <a:sym typeface="Helvetica Neue"/>
              </a:rPr>
              <a:t>Analysis under different lighting conditions</a:t>
            </a:r>
            <a:endParaRPr sz="900">
              <a:solidFill>
                <a:schemeClr val="dk1"/>
              </a:solidFill>
              <a:latin typeface="Helvetica Neue"/>
              <a:ea typeface="Helvetica Neue"/>
              <a:cs typeface="Helvetica Neue"/>
              <a:sym typeface="Helvetica Neue"/>
            </a:endParaRPr>
          </a:p>
        </p:txBody>
      </p:sp>
      <p:pic>
        <p:nvPicPr>
          <p:cNvPr id="546" name="Google Shape;546;p28"/>
          <p:cNvPicPr preferRelativeResize="0"/>
          <p:nvPr/>
        </p:nvPicPr>
        <p:blipFill rotWithShape="1">
          <a:blip r:embed="rId5">
            <a:alphaModFix/>
          </a:blip>
          <a:srcRect b="0" l="0" r="0" t="0"/>
          <a:stretch/>
        </p:blipFill>
        <p:spPr>
          <a:xfrm>
            <a:off x="2350185" y="891806"/>
            <a:ext cx="2165426" cy="2165426"/>
          </a:xfrm>
          <a:prstGeom prst="rect">
            <a:avLst/>
          </a:prstGeom>
          <a:noFill/>
          <a:ln>
            <a:noFill/>
          </a:ln>
        </p:spPr>
      </p:pic>
      <p:sp>
        <p:nvSpPr>
          <p:cNvPr id="547" name="Google Shape;547;p28"/>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548" name="Google Shape;548;p28"/>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9"/>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Step 5: Test and implement a solution</a:t>
            </a:r>
            <a:endParaRPr sz="1400">
              <a:solidFill>
                <a:schemeClr val="accent1"/>
              </a:solidFill>
              <a:latin typeface="Trebuchet MS"/>
              <a:ea typeface="Trebuchet MS"/>
              <a:cs typeface="Trebuchet MS"/>
              <a:sym typeface="Trebuchet MS"/>
            </a:endParaRPr>
          </a:p>
        </p:txBody>
      </p:sp>
      <p:pic>
        <p:nvPicPr>
          <p:cNvPr id="554" name="Google Shape;554;p29"/>
          <p:cNvPicPr preferRelativeResize="0"/>
          <p:nvPr/>
        </p:nvPicPr>
        <p:blipFill rotWithShape="1">
          <a:blip r:embed="rId3">
            <a:alphaModFix/>
          </a:blip>
          <a:srcRect b="0" l="0" r="0" t="0"/>
          <a:stretch/>
        </p:blipFill>
        <p:spPr>
          <a:xfrm>
            <a:off x="234911" y="1609763"/>
            <a:ext cx="65265" cy="65265"/>
          </a:xfrm>
          <a:prstGeom prst="rect">
            <a:avLst/>
          </a:prstGeom>
          <a:noFill/>
          <a:ln>
            <a:noFill/>
          </a:ln>
        </p:spPr>
      </p:pic>
      <p:pic>
        <p:nvPicPr>
          <p:cNvPr id="555" name="Google Shape;555;p29"/>
          <p:cNvPicPr preferRelativeResize="0"/>
          <p:nvPr/>
        </p:nvPicPr>
        <p:blipFill rotWithShape="1">
          <a:blip r:embed="rId4">
            <a:alphaModFix/>
          </a:blip>
          <a:srcRect b="0" l="0" r="0" t="0"/>
          <a:stretch/>
        </p:blipFill>
        <p:spPr>
          <a:xfrm>
            <a:off x="524687" y="1971637"/>
            <a:ext cx="52590" cy="52590"/>
          </a:xfrm>
          <a:prstGeom prst="rect">
            <a:avLst/>
          </a:prstGeom>
          <a:noFill/>
          <a:ln>
            <a:noFill/>
          </a:ln>
        </p:spPr>
      </p:pic>
      <p:pic>
        <p:nvPicPr>
          <p:cNvPr id="556" name="Google Shape;556;p29"/>
          <p:cNvPicPr preferRelativeResize="0"/>
          <p:nvPr/>
        </p:nvPicPr>
        <p:blipFill rotWithShape="1">
          <a:blip r:embed="rId4">
            <a:alphaModFix/>
          </a:blip>
          <a:srcRect b="0" l="0" r="0" t="0"/>
          <a:stretch/>
        </p:blipFill>
        <p:spPr>
          <a:xfrm>
            <a:off x="524687" y="2123478"/>
            <a:ext cx="52590" cy="52590"/>
          </a:xfrm>
          <a:prstGeom prst="rect">
            <a:avLst/>
          </a:prstGeom>
          <a:noFill/>
          <a:ln>
            <a:noFill/>
          </a:ln>
        </p:spPr>
      </p:pic>
      <p:sp>
        <p:nvSpPr>
          <p:cNvPr id="557" name="Google Shape;557;p29"/>
          <p:cNvSpPr txBox="1"/>
          <p:nvPr/>
        </p:nvSpPr>
        <p:spPr>
          <a:xfrm>
            <a:off x="356755" y="1526310"/>
            <a:ext cx="1858645" cy="842644"/>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1100">
                <a:solidFill>
                  <a:schemeClr val="dk1"/>
                </a:solidFill>
                <a:latin typeface="Tahoma"/>
                <a:ea typeface="Tahoma"/>
                <a:cs typeface="Tahoma"/>
                <a:sym typeface="Tahoma"/>
              </a:rPr>
              <a:t>Extent of applicable codes (P5)</a:t>
            </a:r>
            <a:endParaRPr sz="1100">
              <a:solidFill>
                <a:schemeClr val="dk1"/>
              </a:solidFill>
              <a:latin typeface="Tahoma"/>
              <a:ea typeface="Tahoma"/>
              <a:cs typeface="Tahoma"/>
              <a:sym typeface="Tahoma"/>
            </a:endParaRPr>
          </a:p>
          <a:p>
            <a:pPr indent="0" lvl="0" marL="12700" marR="0" rtl="0" algn="l">
              <a:lnSpc>
                <a:spcPct val="100000"/>
              </a:lnSpc>
              <a:spcBef>
                <a:spcPts val="35"/>
              </a:spcBef>
              <a:spcAft>
                <a:spcPts val="0"/>
              </a:spcAft>
              <a:buNone/>
            </a:pPr>
            <a:r>
              <a:rPr lang="en-US" sz="1100">
                <a:solidFill>
                  <a:schemeClr val="dk1"/>
                </a:solidFill>
                <a:latin typeface="Tahoma"/>
                <a:ea typeface="Tahoma"/>
                <a:cs typeface="Tahoma"/>
                <a:sym typeface="Tahoma"/>
              </a:rPr>
              <a:t>/ Interdependence (P7)</a:t>
            </a:r>
            <a:endParaRPr sz="1100">
              <a:solidFill>
                <a:schemeClr val="dk1"/>
              </a:solidFill>
              <a:latin typeface="Tahoma"/>
              <a:ea typeface="Tahoma"/>
              <a:cs typeface="Tahoma"/>
              <a:sym typeface="Tahoma"/>
            </a:endParaRPr>
          </a:p>
          <a:p>
            <a:pPr indent="0" lvl="0" marL="289560" marR="0" rtl="0" algn="l">
              <a:lnSpc>
                <a:spcPct val="120000"/>
              </a:lnSpc>
              <a:spcBef>
                <a:spcPts val="175"/>
              </a:spcBef>
              <a:spcAft>
                <a:spcPts val="0"/>
              </a:spcAft>
              <a:buNone/>
            </a:pPr>
            <a:r>
              <a:rPr lang="en-US" sz="1000">
                <a:solidFill>
                  <a:schemeClr val="dk1"/>
                </a:solidFill>
                <a:latin typeface="Tahoma"/>
                <a:ea typeface="Tahoma"/>
                <a:cs typeface="Tahoma"/>
                <a:sym typeface="Tahoma"/>
              </a:rPr>
              <a:t>Prototyping</a:t>
            </a:r>
            <a:endParaRPr sz="1000">
              <a:solidFill>
                <a:schemeClr val="dk1"/>
              </a:solidFill>
              <a:latin typeface="Tahoma"/>
              <a:ea typeface="Tahoma"/>
              <a:cs typeface="Tahoma"/>
              <a:sym typeface="Tahoma"/>
            </a:endParaRPr>
          </a:p>
          <a:p>
            <a:pPr indent="0" lvl="0" marL="289560" marR="156210" rtl="0" algn="l">
              <a:lnSpc>
                <a:spcPct val="120000"/>
              </a:lnSpc>
              <a:spcBef>
                <a:spcPts val="35"/>
              </a:spcBef>
              <a:spcAft>
                <a:spcPts val="0"/>
              </a:spcAft>
              <a:buNone/>
            </a:pPr>
            <a:r>
              <a:rPr lang="en-US" sz="1000">
                <a:solidFill>
                  <a:schemeClr val="dk1"/>
                </a:solidFill>
                <a:latin typeface="Tahoma"/>
                <a:ea typeface="Tahoma"/>
                <a:cs typeface="Tahoma"/>
                <a:sym typeface="Tahoma"/>
              </a:rPr>
              <a:t>Documenting the solution,  planning</a:t>
            </a:r>
            <a:endParaRPr sz="1000">
              <a:solidFill>
                <a:schemeClr val="dk1"/>
              </a:solidFill>
              <a:latin typeface="Tahoma"/>
              <a:ea typeface="Tahoma"/>
              <a:cs typeface="Tahoma"/>
              <a:sym typeface="Tahoma"/>
            </a:endParaRPr>
          </a:p>
        </p:txBody>
      </p:sp>
      <p:pic>
        <p:nvPicPr>
          <p:cNvPr id="558" name="Google Shape;558;p29"/>
          <p:cNvPicPr preferRelativeResize="0"/>
          <p:nvPr/>
        </p:nvPicPr>
        <p:blipFill rotWithShape="1">
          <a:blip r:embed="rId5">
            <a:alphaModFix/>
          </a:blip>
          <a:srcRect b="0" l="0" r="0" t="0"/>
          <a:stretch/>
        </p:blipFill>
        <p:spPr>
          <a:xfrm>
            <a:off x="2350185" y="891806"/>
            <a:ext cx="2165426" cy="2165426"/>
          </a:xfrm>
          <a:prstGeom prst="rect">
            <a:avLst/>
          </a:prstGeom>
          <a:noFill/>
          <a:ln>
            <a:noFill/>
          </a:ln>
        </p:spPr>
      </p:pic>
      <p:sp>
        <p:nvSpPr>
          <p:cNvPr id="559" name="Google Shape;559;p29"/>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560" name="Google Shape;560;p29"/>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0"/>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Another Example</a:t>
            </a:r>
            <a:endParaRPr sz="1400">
              <a:solidFill>
                <a:schemeClr val="accent1"/>
              </a:solidFill>
              <a:latin typeface="Trebuchet MS"/>
              <a:ea typeface="Trebuchet MS"/>
              <a:cs typeface="Trebuchet MS"/>
              <a:sym typeface="Trebuchet MS"/>
            </a:endParaRPr>
          </a:p>
        </p:txBody>
      </p:sp>
      <p:sp>
        <p:nvSpPr>
          <p:cNvPr id="566" name="Google Shape;566;p30"/>
          <p:cNvSpPr txBox="1"/>
          <p:nvPr/>
        </p:nvSpPr>
        <p:spPr>
          <a:xfrm>
            <a:off x="24992" y="674284"/>
            <a:ext cx="1870200" cy="323100"/>
          </a:xfrm>
          <a:prstGeom prst="rect">
            <a:avLst/>
          </a:prstGeom>
          <a:noFill/>
          <a:ln>
            <a:noFill/>
          </a:ln>
        </p:spPr>
        <p:txBody>
          <a:bodyPr anchorCtr="0" anchor="t" bIns="0" lIns="0" spcFirstLastPara="1" rIns="0" wrap="square" tIns="0">
            <a:spAutoFit/>
          </a:bodyPr>
          <a:lstStyle/>
          <a:p>
            <a:pPr indent="0" lvl="0" marL="0" marR="0" rtl="0" algn="l">
              <a:lnSpc>
                <a:spcPct val="95454"/>
              </a:lnSpc>
              <a:spcBef>
                <a:spcPts val="0"/>
              </a:spcBef>
              <a:spcAft>
                <a:spcPts val="0"/>
              </a:spcAft>
              <a:buNone/>
            </a:pPr>
            <a:r>
              <a:rPr lang="en-US" sz="1100">
                <a:solidFill>
                  <a:srgbClr val="3333B2"/>
                </a:solidFill>
                <a:latin typeface="Tahoma"/>
                <a:ea typeface="Tahoma"/>
                <a:cs typeface="Tahoma"/>
                <a:sym typeface="Tahoma"/>
              </a:rPr>
              <a:t>Illegal Bowling Action Detection</a:t>
            </a:r>
            <a:endParaRPr sz="1100">
              <a:solidFill>
                <a:schemeClr val="dk1"/>
              </a:solidFill>
              <a:latin typeface="Tahoma"/>
              <a:ea typeface="Tahoma"/>
              <a:cs typeface="Tahoma"/>
              <a:sym typeface="Tahoma"/>
            </a:endParaRPr>
          </a:p>
        </p:txBody>
      </p:sp>
      <p:sp>
        <p:nvSpPr>
          <p:cNvPr id="567" name="Google Shape;567;p30"/>
          <p:cNvSpPr txBox="1"/>
          <p:nvPr/>
        </p:nvSpPr>
        <p:spPr>
          <a:xfrm>
            <a:off x="152392" y="1154116"/>
            <a:ext cx="2267700" cy="1913400"/>
          </a:xfrm>
          <a:prstGeom prst="rect">
            <a:avLst/>
          </a:prstGeom>
          <a:noFill/>
          <a:ln>
            <a:noFill/>
          </a:ln>
        </p:spPr>
        <p:txBody>
          <a:bodyPr anchorCtr="0" anchor="t" bIns="0" lIns="0" spcFirstLastPara="1" rIns="0" wrap="square" tIns="6975">
            <a:spAutoFit/>
          </a:bodyPr>
          <a:lstStyle/>
          <a:p>
            <a:pPr indent="0" lvl="0" marL="0" marR="172720" rtl="0" algn="l">
              <a:lnSpc>
                <a:spcPct val="102600"/>
              </a:lnSpc>
              <a:spcBef>
                <a:spcPts val="0"/>
              </a:spcBef>
              <a:spcAft>
                <a:spcPts val="0"/>
              </a:spcAft>
              <a:buNone/>
            </a:pPr>
            <a:r>
              <a:rPr lang="en-US" sz="1100">
                <a:solidFill>
                  <a:schemeClr val="dk1"/>
                </a:solidFill>
                <a:latin typeface="Tahoma"/>
                <a:ea typeface="Tahoma"/>
                <a:cs typeface="Tahoma"/>
                <a:sym typeface="Tahoma"/>
              </a:rPr>
              <a:t>In cricket, a popular game often the  analysis of bowling actions are done  in laboratories using bio-metric  sensors. In practice, historically  umpires have called bowling of  certain bowlers illegal on field and  resulted intro controversies. Design  and develop a video based on-field  illegal bowling action detection  system.</a:t>
            </a:r>
            <a:endParaRPr sz="1100">
              <a:solidFill>
                <a:schemeClr val="dk1"/>
              </a:solidFill>
              <a:latin typeface="Tahoma"/>
              <a:ea typeface="Tahoma"/>
              <a:cs typeface="Tahoma"/>
              <a:sym typeface="Tahoma"/>
            </a:endParaRPr>
          </a:p>
        </p:txBody>
      </p:sp>
      <p:pic>
        <p:nvPicPr>
          <p:cNvPr id="568" name="Google Shape;568;p30"/>
          <p:cNvPicPr preferRelativeResize="0"/>
          <p:nvPr/>
        </p:nvPicPr>
        <p:blipFill rotWithShape="1">
          <a:blip r:embed="rId3">
            <a:alphaModFix/>
          </a:blip>
          <a:srcRect b="0" l="0" r="0" t="0"/>
          <a:stretch/>
        </p:blipFill>
        <p:spPr>
          <a:xfrm>
            <a:off x="2783268" y="692472"/>
            <a:ext cx="1299424" cy="2663820"/>
          </a:xfrm>
          <a:prstGeom prst="rect">
            <a:avLst/>
          </a:prstGeom>
          <a:noFill/>
          <a:ln>
            <a:noFill/>
          </a:ln>
        </p:spPr>
      </p:pic>
      <p:sp>
        <p:nvSpPr>
          <p:cNvPr id="569" name="Google Shape;569;p30"/>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570" name="Google Shape;570;p30"/>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31"/>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Another Example</a:t>
            </a:r>
            <a:endParaRPr sz="1400">
              <a:solidFill>
                <a:schemeClr val="accent1"/>
              </a:solidFill>
              <a:latin typeface="Trebuchet MS"/>
              <a:ea typeface="Trebuchet MS"/>
              <a:cs typeface="Trebuchet MS"/>
              <a:sym typeface="Trebuchet MS"/>
            </a:endParaRPr>
          </a:p>
        </p:txBody>
      </p:sp>
      <p:sp>
        <p:nvSpPr>
          <p:cNvPr id="576" name="Google Shape;576;p31"/>
          <p:cNvSpPr txBox="1"/>
          <p:nvPr/>
        </p:nvSpPr>
        <p:spPr>
          <a:xfrm>
            <a:off x="92367" y="634644"/>
            <a:ext cx="1870200" cy="323100"/>
          </a:xfrm>
          <a:prstGeom prst="rect">
            <a:avLst/>
          </a:prstGeom>
          <a:noFill/>
          <a:ln>
            <a:noFill/>
          </a:ln>
        </p:spPr>
        <p:txBody>
          <a:bodyPr anchorCtr="0" anchor="t" bIns="0" lIns="0" spcFirstLastPara="1" rIns="0" wrap="square" tIns="0">
            <a:spAutoFit/>
          </a:bodyPr>
          <a:lstStyle/>
          <a:p>
            <a:pPr indent="0" lvl="0" marL="0" marR="0" rtl="0" algn="l">
              <a:lnSpc>
                <a:spcPct val="95454"/>
              </a:lnSpc>
              <a:spcBef>
                <a:spcPts val="0"/>
              </a:spcBef>
              <a:spcAft>
                <a:spcPts val="0"/>
              </a:spcAft>
              <a:buNone/>
            </a:pPr>
            <a:r>
              <a:rPr lang="en-US" sz="1100">
                <a:solidFill>
                  <a:srgbClr val="3333B2"/>
                </a:solidFill>
                <a:latin typeface="Tahoma"/>
                <a:ea typeface="Tahoma"/>
                <a:cs typeface="Tahoma"/>
                <a:sym typeface="Tahoma"/>
              </a:rPr>
              <a:t>Illegal Bowling Action Detection</a:t>
            </a:r>
            <a:endParaRPr sz="1100">
              <a:solidFill>
                <a:schemeClr val="dk1"/>
              </a:solidFill>
              <a:latin typeface="Tahoma"/>
              <a:ea typeface="Tahoma"/>
              <a:cs typeface="Tahoma"/>
              <a:sym typeface="Tahoma"/>
            </a:endParaRPr>
          </a:p>
        </p:txBody>
      </p:sp>
      <p:sp>
        <p:nvSpPr>
          <p:cNvPr id="577" name="Google Shape;577;p31"/>
          <p:cNvSpPr txBox="1"/>
          <p:nvPr/>
        </p:nvSpPr>
        <p:spPr>
          <a:xfrm>
            <a:off x="79667" y="1022551"/>
            <a:ext cx="2112645" cy="2122805"/>
          </a:xfrm>
          <a:prstGeom prst="rect">
            <a:avLst/>
          </a:prstGeom>
          <a:noFill/>
          <a:ln>
            <a:noFill/>
          </a:ln>
        </p:spPr>
        <p:txBody>
          <a:bodyPr anchorCtr="0" anchor="t" bIns="0" lIns="0" spcFirstLastPara="1" rIns="0" wrap="square" tIns="6975">
            <a:spAutoFit/>
          </a:bodyPr>
          <a:lstStyle/>
          <a:p>
            <a:pPr indent="0" lvl="0" marL="12700" marR="5080" rtl="0" algn="l">
              <a:lnSpc>
                <a:spcPct val="102600"/>
              </a:lnSpc>
              <a:spcBef>
                <a:spcPts val="0"/>
              </a:spcBef>
              <a:spcAft>
                <a:spcPts val="0"/>
              </a:spcAft>
              <a:buNone/>
            </a:pPr>
            <a:r>
              <a:rPr lang="en-US" sz="1100">
                <a:solidFill>
                  <a:schemeClr val="dk1"/>
                </a:solidFill>
                <a:latin typeface="Tahoma"/>
                <a:ea typeface="Tahoma"/>
                <a:cs typeface="Tahoma"/>
                <a:sym typeface="Tahoma"/>
              </a:rPr>
              <a:t>In cricket, a popular game often the  analysis of bowling actions are done  in laboratories using bio-metric  sensors. In practice, historically  umpires have called bowling of  certain bowlers illegal on field and  resulted intro controversies. Design  and develop a video based on-field  illegal bowling action detection  system.</a:t>
            </a:r>
            <a:endParaRPr sz="1100">
              <a:solidFill>
                <a:schemeClr val="dk1"/>
              </a:solidFill>
              <a:latin typeface="Tahoma"/>
              <a:ea typeface="Tahoma"/>
              <a:cs typeface="Tahoma"/>
              <a:sym typeface="Tahoma"/>
            </a:endParaRPr>
          </a:p>
          <a:p>
            <a:pPr indent="0" lvl="0" marL="289560" marR="372745" rtl="0" algn="l">
              <a:lnSpc>
                <a:spcPct val="102600"/>
              </a:lnSpc>
              <a:spcBef>
                <a:spcPts val="300"/>
              </a:spcBef>
              <a:spcAft>
                <a:spcPts val="0"/>
              </a:spcAft>
              <a:buNone/>
            </a:pPr>
            <a:r>
              <a:rPr lang="en-US" sz="1100">
                <a:solidFill>
                  <a:schemeClr val="dk1"/>
                </a:solidFill>
                <a:latin typeface="Tahoma"/>
                <a:ea typeface="Tahoma"/>
                <a:cs typeface="Tahoma"/>
                <a:sym typeface="Tahoma"/>
              </a:rPr>
              <a:t>P1: Depth of Knowledge  Required ?</a:t>
            </a:r>
            <a:endParaRPr sz="1100">
              <a:solidFill>
                <a:schemeClr val="dk1"/>
              </a:solidFill>
              <a:latin typeface="Tahoma"/>
              <a:ea typeface="Tahoma"/>
              <a:cs typeface="Tahoma"/>
              <a:sym typeface="Tahoma"/>
            </a:endParaRPr>
          </a:p>
        </p:txBody>
      </p:sp>
      <p:pic>
        <p:nvPicPr>
          <p:cNvPr id="578" name="Google Shape;578;p31"/>
          <p:cNvPicPr preferRelativeResize="0"/>
          <p:nvPr/>
        </p:nvPicPr>
        <p:blipFill rotWithShape="1">
          <a:blip r:embed="rId3">
            <a:alphaModFix/>
          </a:blip>
          <a:srcRect b="0" l="0" r="0" t="0"/>
          <a:stretch/>
        </p:blipFill>
        <p:spPr>
          <a:xfrm>
            <a:off x="2783268" y="694021"/>
            <a:ext cx="1299241" cy="2659985"/>
          </a:xfrm>
          <a:prstGeom prst="rect">
            <a:avLst/>
          </a:prstGeom>
          <a:noFill/>
          <a:ln>
            <a:noFill/>
          </a:ln>
        </p:spPr>
      </p:pic>
      <p:sp>
        <p:nvSpPr>
          <p:cNvPr id="579" name="Google Shape;579;p31"/>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580" name="Google Shape;580;p31"/>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32"/>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Another Example</a:t>
            </a:r>
            <a:endParaRPr sz="1400">
              <a:solidFill>
                <a:schemeClr val="accent1"/>
              </a:solidFill>
              <a:latin typeface="Trebuchet MS"/>
              <a:ea typeface="Trebuchet MS"/>
              <a:cs typeface="Trebuchet MS"/>
              <a:sym typeface="Trebuchet MS"/>
            </a:endParaRPr>
          </a:p>
        </p:txBody>
      </p:sp>
      <p:sp>
        <p:nvSpPr>
          <p:cNvPr id="586" name="Google Shape;586;p32"/>
          <p:cNvSpPr txBox="1"/>
          <p:nvPr/>
        </p:nvSpPr>
        <p:spPr>
          <a:xfrm>
            <a:off x="92367" y="778840"/>
            <a:ext cx="1870200" cy="323100"/>
          </a:xfrm>
          <a:prstGeom prst="rect">
            <a:avLst/>
          </a:prstGeom>
          <a:noFill/>
          <a:ln>
            <a:noFill/>
          </a:ln>
        </p:spPr>
        <p:txBody>
          <a:bodyPr anchorCtr="0" anchor="t" bIns="0" lIns="0" spcFirstLastPara="1" rIns="0" wrap="square" tIns="0">
            <a:spAutoFit/>
          </a:bodyPr>
          <a:lstStyle/>
          <a:p>
            <a:pPr indent="0" lvl="0" marL="0" marR="0" rtl="0" algn="l">
              <a:lnSpc>
                <a:spcPct val="95454"/>
              </a:lnSpc>
              <a:spcBef>
                <a:spcPts val="0"/>
              </a:spcBef>
              <a:spcAft>
                <a:spcPts val="0"/>
              </a:spcAft>
              <a:buNone/>
            </a:pPr>
            <a:r>
              <a:rPr lang="en-US" sz="1100">
                <a:solidFill>
                  <a:srgbClr val="3333B2"/>
                </a:solidFill>
                <a:latin typeface="Tahoma"/>
                <a:ea typeface="Tahoma"/>
                <a:cs typeface="Tahoma"/>
                <a:sym typeface="Tahoma"/>
              </a:rPr>
              <a:t>Illegal Bowling Action Detection</a:t>
            </a:r>
            <a:endParaRPr sz="1100">
              <a:solidFill>
                <a:schemeClr val="dk1"/>
              </a:solidFill>
              <a:latin typeface="Tahoma"/>
              <a:ea typeface="Tahoma"/>
              <a:cs typeface="Tahoma"/>
              <a:sym typeface="Tahoma"/>
            </a:endParaRPr>
          </a:p>
        </p:txBody>
      </p:sp>
      <p:sp>
        <p:nvSpPr>
          <p:cNvPr id="587" name="Google Shape;587;p32"/>
          <p:cNvSpPr txBox="1"/>
          <p:nvPr/>
        </p:nvSpPr>
        <p:spPr>
          <a:xfrm>
            <a:off x="92367" y="1166747"/>
            <a:ext cx="2267585" cy="1740535"/>
          </a:xfrm>
          <a:prstGeom prst="rect">
            <a:avLst/>
          </a:prstGeom>
          <a:noFill/>
          <a:ln>
            <a:noFill/>
          </a:ln>
        </p:spPr>
        <p:txBody>
          <a:bodyPr anchorCtr="0" anchor="t" bIns="0" lIns="0" spcFirstLastPara="1" rIns="0" wrap="square" tIns="6975">
            <a:spAutoFit/>
          </a:bodyPr>
          <a:lstStyle/>
          <a:p>
            <a:pPr indent="0" lvl="0" marL="0" marR="172720" rtl="0" algn="l">
              <a:lnSpc>
                <a:spcPct val="102600"/>
              </a:lnSpc>
              <a:spcBef>
                <a:spcPts val="0"/>
              </a:spcBef>
              <a:spcAft>
                <a:spcPts val="0"/>
              </a:spcAft>
              <a:buNone/>
            </a:pPr>
            <a:r>
              <a:rPr lang="en-US" sz="1100">
                <a:solidFill>
                  <a:schemeClr val="dk1"/>
                </a:solidFill>
                <a:latin typeface="Tahoma"/>
                <a:ea typeface="Tahoma"/>
                <a:cs typeface="Tahoma"/>
                <a:sym typeface="Tahoma"/>
              </a:rPr>
              <a:t>In cricket, a popular game often the  analysis of bowling actions are done  in laboratories using bio-metric  sensors. In practice, historically  umpires have called bowling of  certain bowlers illegal on field and  resulted intro controversies. Design  and develop a video based on-field  illegal bowling action detection  system.</a:t>
            </a:r>
            <a:endParaRPr sz="1100">
              <a:solidFill>
                <a:schemeClr val="dk1"/>
              </a:solidFill>
              <a:latin typeface="Tahoma"/>
              <a:ea typeface="Tahoma"/>
              <a:cs typeface="Tahoma"/>
              <a:sym typeface="Tahoma"/>
            </a:endParaRPr>
          </a:p>
        </p:txBody>
      </p:sp>
      <p:pic>
        <p:nvPicPr>
          <p:cNvPr id="588" name="Google Shape;588;p32"/>
          <p:cNvPicPr preferRelativeResize="0"/>
          <p:nvPr/>
        </p:nvPicPr>
        <p:blipFill rotWithShape="1">
          <a:blip r:embed="rId3">
            <a:alphaModFix/>
          </a:blip>
          <a:srcRect b="0" l="0" r="0" t="0"/>
          <a:stretch/>
        </p:blipFill>
        <p:spPr>
          <a:xfrm>
            <a:off x="2350185" y="881443"/>
            <a:ext cx="2165438" cy="2191372"/>
          </a:xfrm>
          <a:prstGeom prst="rect">
            <a:avLst/>
          </a:prstGeom>
          <a:noFill/>
          <a:ln>
            <a:noFill/>
          </a:ln>
        </p:spPr>
      </p:pic>
      <p:sp>
        <p:nvSpPr>
          <p:cNvPr id="589" name="Google Shape;589;p32"/>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590" name="Google Shape;590;p32"/>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33"/>
          <p:cNvSpPr txBox="1"/>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marR="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Range of Complex Engineering Activities</a:t>
            </a:r>
            <a:endParaRPr sz="1400">
              <a:solidFill>
                <a:schemeClr val="accent1"/>
              </a:solidFill>
              <a:latin typeface="Trebuchet MS"/>
              <a:ea typeface="Trebuchet MS"/>
              <a:cs typeface="Trebuchet MS"/>
              <a:sym typeface="Trebuchet MS"/>
            </a:endParaRPr>
          </a:p>
        </p:txBody>
      </p:sp>
      <p:sp>
        <p:nvSpPr>
          <p:cNvPr id="596" name="Google Shape;596;p33"/>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597" name="Google Shape;597;p33"/>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graphicFrame>
        <p:nvGraphicFramePr>
          <p:cNvPr id="598" name="Google Shape;598;p33"/>
          <p:cNvGraphicFramePr/>
          <p:nvPr/>
        </p:nvGraphicFramePr>
        <p:xfrm>
          <a:off x="169646" y="1017574"/>
          <a:ext cx="3000000" cy="3000000"/>
        </p:xfrm>
        <a:graphic>
          <a:graphicData uri="http://schemas.openxmlformats.org/drawingml/2006/table">
            <a:tbl>
              <a:tblPr bandRow="1" firstRow="1">
                <a:noFill/>
                <a:tableStyleId>{559593B9-404E-4DE5-8A90-D1F26E607C3E}</a:tableStyleId>
              </a:tblPr>
              <a:tblGrid>
                <a:gridCol w="1231900"/>
                <a:gridCol w="1345575"/>
                <a:gridCol w="438150"/>
                <a:gridCol w="582300"/>
                <a:gridCol w="178425"/>
                <a:gridCol w="487675"/>
              </a:tblGrid>
              <a:tr h="245450">
                <a:tc>
                  <a:txBody>
                    <a:bodyPr/>
                    <a:lstStyle/>
                    <a:p>
                      <a:pPr indent="0" lvl="0" marL="75565" marR="0" rtl="0" algn="l">
                        <a:lnSpc>
                          <a:spcPct val="104999"/>
                        </a:lnSpc>
                        <a:spcBef>
                          <a:spcPts val="0"/>
                        </a:spcBef>
                        <a:spcAft>
                          <a:spcPts val="0"/>
                        </a:spcAft>
                        <a:buNone/>
                      </a:pPr>
                      <a:r>
                        <a:rPr b="1" lang="en-US" sz="800" u="none" cap="none" strike="noStrike">
                          <a:latin typeface="Arial"/>
                          <a:ea typeface="Arial"/>
                          <a:cs typeface="Arial"/>
                          <a:sym typeface="Arial"/>
                        </a:rPr>
                        <a:t>Attribute</a:t>
                      </a:r>
                      <a:endParaRPr sz="800" u="none" cap="none" strike="noStrike">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5">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Complex activities </a:t>
                      </a:r>
                      <a:r>
                        <a:rPr lang="en-US" sz="800" u="none" cap="none" strike="noStrike">
                          <a:latin typeface="Helvetica Neue"/>
                          <a:ea typeface="Helvetica Neue"/>
                          <a:cs typeface="Helvetica Neue"/>
                          <a:sym typeface="Helvetica Neue"/>
                        </a:rPr>
                        <a:t>means (engineering) activities or projects that</a:t>
                      </a:r>
                      <a:endParaRPr sz="800" u="none" cap="none" strike="noStrike">
                        <a:latin typeface="Helvetica Neue"/>
                        <a:ea typeface="Helvetica Neue"/>
                        <a:cs typeface="Helvetica Neue"/>
                        <a:sym typeface="Helvetica Neue"/>
                      </a:endParaRPr>
                    </a:p>
                    <a:p>
                      <a:pPr indent="0" lvl="0" marL="75565" marR="0" rtl="0" algn="l">
                        <a:lnSpc>
                          <a:spcPct val="119375"/>
                        </a:lnSpc>
                        <a:spcBef>
                          <a:spcPts val="0"/>
                        </a:spcBef>
                        <a:spcAft>
                          <a:spcPts val="0"/>
                        </a:spcAft>
                        <a:buNone/>
                      </a:pPr>
                      <a:r>
                        <a:rPr lang="en-US" sz="800" u="none" cap="none" strike="noStrike">
                          <a:latin typeface="Helvetica Neue"/>
                          <a:ea typeface="Helvetica Neue"/>
                          <a:cs typeface="Helvetica Neue"/>
                          <a:sym typeface="Helvetica Neue"/>
                        </a:rPr>
                        <a:t>have some or all of the following characteristics: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r>
              <a:tr h="365650">
                <a:tc>
                  <a:txBody>
                    <a:bodyPr/>
                    <a:lstStyle/>
                    <a:p>
                      <a:pPr indent="0" lvl="0" marL="75565" marR="0" rtl="0" algn="l">
                        <a:lnSpc>
                          <a:spcPct val="104999"/>
                        </a:lnSpc>
                        <a:spcBef>
                          <a:spcPts val="0"/>
                        </a:spcBef>
                        <a:spcAft>
                          <a:spcPts val="0"/>
                        </a:spcAft>
                        <a:buNone/>
                      </a:pPr>
                      <a:r>
                        <a:rPr lang="en-US" sz="800" u="none" cap="none" strike="noStrike">
                          <a:latin typeface="Helvetica Neue"/>
                          <a:ea typeface="Helvetica Neue"/>
                          <a:cs typeface="Helvetica Neue"/>
                          <a:sym typeface="Helvetica Neue"/>
                        </a:rPr>
                        <a:t>Range of resources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5">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A1: </a:t>
                      </a:r>
                      <a:r>
                        <a:rPr lang="en-US" sz="800" u="none" cap="none" strike="noStrike">
                          <a:latin typeface="Helvetica Neue"/>
                          <a:ea typeface="Helvetica Neue"/>
                          <a:cs typeface="Helvetica Neue"/>
                          <a:sym typeface="Helvetica Neue"/>
                        </a:rPr>
                        <a:t>Involve the use of diverse resources (and for this purpose</a:t>
                      </a:r>
                      <a:endParaRPr sz="800" u="none" cap="none" strike="noStrike">
                        <a:latin typeface="Helvetica Neue"/>
                        <a:ea typeface="Helvetica Neue"/>
                        <a:cs typeface="Helvetica Neue"/>
                        <a:sym typeface="Helvetica Neue"/>
                      </a:endParaRPr>
                    </a:p>
                    <a:p>
                      <a:pPr indent="0" lvl="0" marL="75565" marR="67310" rtl="0" algn="l">
                        <a:lnSpc>
                          <a:spcPct val="118750"/>
                        </a:lnSpc>
                        <a:spcBef>
                          <a:spcPts val="30"/>
                        </a:spcBef>
                        <a:spcAft>
                          <a:spcPts val="0"/>
                        </a:spcAft>
                        <a:buNone/>
                      </a:pPr>
                      <a:r>
                        <a:rPr lang="en-US" sz="800" u="none" cap="none" strike="noStrike">
                          <a:latin typeface="Helvetica Neue"/>
                          <a:ea typeface="Helvetica Neue"/>
                          <a:cs typeface="Helvetica Neue"/>
                          <a:sym typeface="Helvetica Neue"/>
                        </a:rPr>
                        <a:t>resources include people, money, equipment, materials, informa-  tion and technologies)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r>
              <a:tr h="365650">
                <a:tc>
                  <a:txBody>
                    <a:bodyPr/>
                    <a:lstStyle/>
                    <a:p>
                      <a:pPr indent="0" lvl="0" marL="75565" marR="0" rtl="0" algn="l">
                        <a:lnSpc>
                          <a:spcPct val="105499"/>
                        </a:lnSpc>
                        <a:spcBef>
                          <a:spcPts val="0"/>
                        </a:spcBef>
                        <a:spcAft>
                          <a:spcPts val="0"/>
                        </a:spcAft>
                        <a:buNone/>
                      </a:pPr>
                      <a:r>
                        <a:rPr lang="en-US" sz="800" u="none" cap="none" strike="noStrike">
                          <a:latin typeface="Helvetica Neue"/>
                          <a:ea typeface="Helvetica Neue"/>
                          <a:cs typeface="Helvetica Neue"/>
                          <a:sym typeface="Helvetica Neue"/>
                        </a:rPr>
                        <a:t>Level of interaction</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5">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A2: </a:t>
                      </a:r>
                      <a:r>
                        <a:rPr lang="en-US" sz="800" u="none" cap="none" strike="noStrike">
                          <a:latin typeface="Helvetica Neue"/>
                          <a:ea typeface="Helvetica Neue"/>
                          <a:cs typeface="Helvetica Neue"/>
                          <a:sym typeface="Helvetica Neue"/>
                        </a:rPr>
                        <a:t>Require resolution of significant problems arising from inter-</a:t>
                      </a:r>
                      <a:endParaRPr sz="800" u="none" cap="none" strike="noStrike">
                        <a:latin typeface="Helvetica Neue"/>
                        <a:ea typeface="Helvetica Neue"/>
                        <a:cs typeface="Helvetica Neue"/>
                        <a:sym typeface="Helvetica Neue"/>
                      </a:endParaRPr>
                    </a:p>
                    <a:p>
                      <a:pPr indent="0" lvl="0" marL="75565" marR="67945" rtl="0" algn="l">
                        <a:lnSpc>
                          <a:spcPct val="118750"/>
                        </a:lnSpc>
                        <a:spcBef>
                          <a:spcPts val="30"/>
                        </a:spcBef>
                        <a:spcAft>
                          <a:spcPts val="0"/>
                        </a:spcAft>
                        <a:buNone/>
                      </a:pPr>
                      <a:r>
                        <a:rPr lang="en-US" sz="800" u="none" cap="none" strike="noStrike">
                          <a:latin typeface="Helvetica Neue"/>
                          <a:ea typeface="Helvetica Neue"/>
                          <a:cs typeface="Helvetica Neue"/>
                          <a:sym typeface="Helvetica Neue"/>
                        </a:rPr>
                        <a:t>actions between wide-ranging or conflicting technical, engineering  or other issues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r>
              <a:tr h="245475">
                <a:tc>
                  <a:txBody>
                    <a:bodyPr/>
                    <a:lstStyle/>
                    <a:p>
                      <a:pPr indent="0" lvl="0" marL="75565" marR="0" rtl="0" algn="l">
                        <a:lnSpc>
                          <a:spcPct val="104999"/>
                        </a:lnSpc>
                        <a:spcBef>
                          <a:spcPts val="0"/>
                        </a:spcBef>
                        <a:spcAft>
                          <a:spcPts val="0"/>
                        </a:spcAft>
                        <a:buNone/>
                      </a:pPr>
                      <a:r>
                        <a:rPr lang="en-US" sz="800" u="none" cap="none" strike="noStrike">
                          <a:latin typeface="Helvetica Neue"/>
                          <a:ea typeface="Helvetica Neue"/>
                          <a:cs typeface="Helvetica Neue"/>
                          <a:sym typeface="Helvetica Neue"/>
                        </a:rPr>
                        <a:t>Innovation</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5">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A3: </a:t>
                      </a:r>
                      <a:r>
                        <a:rPr lang="en-US" sz="800" u="none" cap="none" strike="noStrike">
                          <a:latin typeface="Helvetica Neue"/>
                          <a:ea typeface="Helvetica Neue"/>
                          <a:cs typeface="Helvetica Neue"/>
                          <a:sym typeface="Helvetica Neue"/>
                        </a:rPr>
                        <a:t>Involve creative use of engineering principles and research-</a:t>
                      </a:r>
                      <a:endParaRPr sz="800" u="none" cap="none" strike="noStrike">
                        <a:latin typeface="Helvetica Neue"/>
                        <a:ea typeface="Helvetica Neue"/>
                        <a:cs typeface="Helvetica Neue"/>
                        <a:sym typeface="Helvetica Neue"/>
                      </a:endParaRPr>
                    </a:p>
                    <a:p>
                      <a:pPr indent="0" lvl="0" marL="75565" marR="0" rtl="0" algn="l">
                        <a:lnSpc>
                          <a:spcPct val="119375"/>
                        </a:lnSpc>
                        <a:spcBef>
                          <a:spcPts val="0"/>
                        </a:spcBef>
                        <a:spcAft>
                          <a:spcPts val="0"/>
                        </a:spcAft>
                        <a:buNone/>
                      </a:pPr>
                      <a:r>
                        <a:rPr lang="en-US" sz="800" u="none" cap="none" strike="noStrike">
                          <a:latin typeface="Helvetica Neue"/>
                          <a:ea typeface="Helvetica Neue"/>
                          <a:cs typeface="Helvetica Neue"/>
                          <a:sym typeface="Helvetica Neue"/>
                        </a:rPr>
                        <a:t>based knowledge in novel ways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r>
              <a:tr h="245450">
                <a:tc>
                  <a:txBody>
                    <a:bodyPr/>
                    <a:lstStyle/>
                    <a:p>
                      <a:pPr indent="0" lvl="0" marL="75565" marR="0" rtl="0" algn="l">
                        <a:lnSpc>
                          <a:spcPct val="104375"/>
                        </a:lnSpc>
                        <a:spcBef>
                          <a:spcPts val="0"/>
                        </a:spcBef>
                        <a:spcAft>
                          <a:spcPts val="0"/>
                        </a:spcAft>
                        <a:buNone/>
                      </a:pPr>
                      <a:r>
                        <a:rPr lang="en-US" sz="800" u="none" cap="none" strike="noStrike">
                          <a:latin typeface="Helvetica Neue"/>
                          <a:ea typeface="Helvetica Neue"/>
                          <a:cs typeface="Helvetica Neue"/>
                          <a:sym typeface="Helvetica Neue"/>
                        </a:rPr>
                        <a:t>Consequences for soci-</a:t>
                      </a:r>
                      <a:endParaRPr sz="800" u="none" cap="none" strike="noStrike">
                        <a:latin typeface="Helvetica Neue"/>
                        <a:ea typeface="Helvetica Neue"/>
                        <a:cs typeface="Helvetica Neue"/>
                        <a:sym typeface="Helvetica Neue"/>
                      </a:endParaRPr>
                    </a:p>
                    <a:p>
                      <a:pPr indent="0" lvl="0" marL="75565" marR="0" rtl="0" algn="l">
                        <a:lnSpc>
                          <a:spcPct val="119375"/>
                        </a:lnSpc>
                        <a:spcBef>
                          <a:spcPts val="0"/>
                        </a:spcBef>
                        <a:spcAft>
                          <a:spcPts val="0"/>
                        </a:spcAft>
                        <a:buNone/>
                      </a:pPr>
                      <a:r>
                        <a:rPr lang="en-US" sz="800" u="none" cap="none" strike="noStrike">
                          <a:latin typeface="Helvetica Neue"/>
                          <a:ea typeface="Helvetica Neue"/>
                          <a:cs typeface="Helvetica Neue"/>
                          <a:sym typeface="Helvetica Neue"/>
                        </a:rPr>
                        <a:t>ety and the environment</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gridSpan="5">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A4: </a:t>
                      </a:r>
                      <a:r>
                        <a:rPr lang="en-US" sz="800" u="none" cap="none" strike="noStrike">
                          <a:latin typeface="Helvetica Neue"/>
                          <a:ea typeface="Helvetica Neue"/>
                          <a:cs typeface="Helvetica Neue"/>
                          <a:sym typeface="Helvetica Neue"/>
                        </a:rPr>
                        <a:t>Have significant consequences in a range of contexts, char-</a:t>
                      </a:r>
                      <a:endParaRPr sz="800" u="none" cap="none" strike="noStrike">
                        <a:latin typeface="Helvetica Neue"/>
                        <a:ea typeface="Helvetica Neue"/>
                        <a:cs typeface="Helvetica Neue"/>
                        <a:sym typeface="Helvetica Neue"/>
                      </a:endParaRPr>
                    </a:p>
                    <a:p>
                      <a:pPr indent="0" lvl="0" marL="75565" marR="0" rtl="0" algn="l">
                        <a:lnSpc>
                          <a:spcPct val="119375"/>
                        </a:lnSpc>
                        <a:spcBef>
                          <a:spcPts val="0"/>
                        </a:spcBef>
                        <a:spcAft>
                          <a:spcPts val="0"/>
                        </a:spcAft>
                        <a:buNone/>
                      </a:pPr>
                      <a:r>
                        <a:rPr lang="en-US" sz="800" u="none" cap="none" strike="noStrike">
                          <a:latin typeface="Helvetica Neue"/>
                          <a:ea typeface="Helvetica Neue"/>
                          <a:cs typeface="Helvetica Neue"/>
                          <a:sym typeface="Helvetica Neue"/>
                        </a:rPr>
                        <a:t>acterized by difficulty of prediction and mitigation</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r>
              <a:tr h="245475">
                <a:tc>
                  <a:txBody>
                    <a:bodyPr/>
                    <a:lstStyle/>
                    <a:p>
                      <a:pPr indent="0" lvl="0" marL="75565" marR="0" rtl="0" algn="l">
                        <a:lnSpc>
                          <a:spcPct val="104999"/>
                        </a:lnSpc>
                        <a:spcBef>
                          <a:spcPts val="0"/>
                        </a:spcBef>
                        <a:spcAft>
                          <a:spcPts val="0"/>
                        </a:spcAft>
                        <a:buNone/>
                      </a:pPr>
                      <a:r>
                        <a:rPr lang="en-US" sz="800" u="none" cap="none" strike="noStrike">
                          <a:latin typeface="Helvetica Neue"/>
                          <a:ea typeface="Helvetica Neue"/>
                          <a:cs typeface="Helvetica Neue"/>
                          <a:sym typeface="Helvetica Neue"/>
                        </a:rPr>
                        <a:t>Familiarity</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75565" marR="0" rtl="0" algn="l">
                        <a:lnSpc>
                          <a:spcPct val="104375"/>
                        </a:lnSpc>
                        <a:spcBef>
                          <a:spcPts val="0"/>
                        </a:spcBef>
                        <a:spcAft>
                          <a:spcPts val="0"/>
                        </a:spcAft>
                        <a:buNone/>
                      </a:pPr>
                      <a:r>
                        <a:rPr b="1" lang="en-US" sz="800" u="none" cap="none" strike="noStrike">
                          <a:latin typeface="Arial"/>
                          <a:ea typeface="Arial"/>
                          <a:cs typeface="Arial"/>
                          <a:sym typeface="Arial"/>
                        </a:rPr>
                        <a:t>A5:	</a:t>
                      </a:r>
                      <a:r>
                        <a:rPr lang="en-US" sz="800" u="none" cap="none" strike="noStrike">
                          <a:latin typeface="Helvetica Neue"/>
                          <a:ea typeface="Helvetica Neue"/>
                          <a:cs typeface="Helvetica Neue"/>
                          <a:sym typeface="Helvetica Neue"/>
                        </a:rPr>
                        <a:t>Can extend beyond</a:t>
                      </a:r>
                      <a:endParaRPr sz="800" u="none" cap="none" strike="noStrike">
                        <a:latin typeface="Helvetica Neue"/>
                        <a:ea typeface="Helvetica Neue"/>
                        <a:cs typeface="Helvetica Neue"/>
                        <a:sym typeface="Helvetica Neue"/>
                      </a:endParaRPr>
                    </a:p>
                    <a:p>
                      <a:pPr indent="0" lvl="0" marL="75565" marR="0" rtl="0" algn="l">
                        <a:lnSpc>
                          <a:spcPct val="119375"/>
                        </a:lnSpc>
                        <a:spcBef>
                          <a:spcPts val="0"/>
                        </a:spcBef>
                        <a:spcAft>
                          <a:spcPts val="0"/>
                        </a:spcAft>
                        <a:buNone/>
                      </a:pPr>
                      <a:r>
                        <a:rPr lang="en-US" sz="800" u="none" cap="none" strike="noStrike">
                          <a:latin typeface="Helvetica Neue"/>
                          <a:ea typeface="Helvetica Neue"/>
                          <a:cs typeface="Helvetica Neue"/>
                          <a:sym typeface="Helvetica Neue"/>
                        </a:rPr>
                        <a:t>principles-based approaches</a:t>
                      </a:r>
                      <a:endParaRPr sz="800" u="none" cap="none" strike="noStrike">
                        <a:latin typeface="Helvetica Neue"/>
                        <a:ea typeface="Helvetica Neue"/>
                        <a:cs typeface="Helvetica Neue"/>
                        <a:sym typeface="Helvetica Neue"/>
                      </a:endParaRPr>
                    </a:p>
                  </a:txBody>
                  <a:tcPr marT="0"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6830" marR="0" rtl="0" algn="l">
                        <a:lnSpc>
                          <a:spcPct val="104999"/>
                        </a:lnSpc>
                        <a:spcBef>
                          <a:spcPts val="0"/>
                        </a:spcBef>
                        <a:spcAft>
                          <a:spcPts val="0"/>
                        </a:spcAft>
                        <a:buNone/>
                      </a:pPr>
                      <a:r>
                        <a:rPr lang="en-US" sz="800" u="none" cap="none" strike="noStrike">
                          <a:latin typeface="Helvetica Neue"/>
                          <a:ea typeface="Helvetica Neue"/>
                          <a:cs typeface="Helvetica Neue"/>
                          <a:sym typeface="Helvetica Neue"/>
                        </a:rPr>
                        <a:t>previous</a:t>
                      </a:r>
                      <a:endParaRPr sz="800" u="none" cap="none" strike="noStrike">
                        <a:latin typeface="Helvetica Neue"/>
                        <a:ea typeface="Helvetica Neue"/>
                        <a:cs typeface="Helvetica Neue"/>
                        <a:sym typeface="Helvetica Neue"/>
                      </a:endParaRPr>
                    </a:p>
                  </a:txBody>
                  <a:tcPr marT="0"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0" marR="0" rtl="0" algn="l">
                        <a:lnSpc>
                          <a:spcPct val="104999"/>
                        </a:lnSpc>
                        <a:spcBef>
                          <a:spcPts val="0"/>
                        </a:spcBef>
                        <a:spcAft>
                          <a:spcPts val="0"/>
                        </a:spcAft>
                        <a:buNone/>
                      </a:pPr>
                      <a:r>
                        <a:rPr lang="en-US" sz="800" u="none" cap="none" strike="noStrike">
                          <a:latin typeface="Helvetica Neue"/>
                          <a:ea typeface="Helvetica Neue"/>
                          <a:cs typeface="Helvetica Neue"/>
                          <a:sym typeface="Helvetica Neue"/>
                        </a:rPr>
                        <a:t>experiences</a:t>
                      </a:r>
                      <a:endParaRPr sz="800" u="none" cap="none" strike="noStrike">
                        <a:latin typeface="Helvetica Neue"/>
                        <a:ea typeface="Helvetica Neue"/>
                        <a:cs typeface="Helvetica Neue"/>
                        <a:sym typeface="Helvetica Neue"/>
                      </a:endParaRPr>
                    </a:p>
                  </a:txBody>
                  <a:tcPr marT="0"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0" marR="0" rtl="0" algn="l">
                        <a:lnSpc>
                          <a:spcPct val="104999"/>
                        </a:lnSpc>
                        <a:spcBef>
                          <a:spcPts val="0"/>
                        </a:spcBef>
                        <a:spcAft>
                          <a:spcPts val="0"/>
                        </a:spcAft>
                        <a:buNone/>
                      </a:pPr>
                      <a:r>
                        <a:rPr lang="en-US" sz="800" u="none" cap="none" strike="noStrike">
                          <a:latin typeface="Helvetica Neue"/>
                          <a:ea typeface="Helvetica Neue"/>
                          <a:cs typeface="Helvetica Neue"/>
                          <a:sym typeface="Helvetica Neue"/>
                        </a:rPr>
                        <a:t>by</a:t>
                      </a:r>
                      <a:endParaRPr sz="800" u="none" cap="none" strike="noStrike">
                        <a:latin typeface="Helvetica Neue"/>
                        <a:ea typeface="Helvetica Neue"/>
                        <a:cs typeface="Helvetica Neue"/>
                        <a:sym typeface="Helvetica Neue"/>
                      </a:endParaRPr>
                    </a:p>
                  </a:txBody>
                  <a:tcPr marT="0" marB="0" marR="0" marL="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38100" marR="0" rtl="0" algn="l">
                        <a:lnSpc>
                          <a:spcPct val="104999"/>
                        </a:lnSpc>
                        <a:spcBef>
                          <a:spcPts val="0"/>
                        </a:spcBef>
                        <a:spcAft>
                          <a:spcPts val="0"/>
                        </a:spcAft>
                        <a:buNone/>
                      </a:pPr>
                      <a:r>
                        <a:rPr lang="en-US" sz="800" u="none" cap="none" strike="noStrike">
                          <a:latin typeface="Helvetica Neue"/>
                          <a:ea typeface="Helvetica Neue"/>
                          <a:cs typeface="Helvetica Neue"/>
                          <a:sym typeface="Helvetica Neue"/>
                        </a:rPr>
                        <a:t>applying</a:t>
                      </a:r>
                      <a:endParaRPr sz="800" u="none" cap="none" strike="noStrike">
                        <a:latin typeface="Helvetica Neue"/>
                        <a:ea typeface="Helvetica Neue"/>
                        <a:cs typeface="Helvetica Neue"/>
                        <a:sym typeface="Helvetica Neue"/>
                      </a:endParaRPr>
                    </a:p>
                  </a:txBody>
                  <a:tcPr marT="0" marB="0" marR="0" marL="0">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transition>
    <p:cut/>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34"/>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Range of Complex Engineering Activities</a:t>
            </a:r>
            <a:endParaRPr sz="1400">
              <a:solidFill>
                <a:schemeClr val="accent1"/>
              </a:solidFill>
              <a:latin typeface="Trebuchet MS"/>
              <a:ea typeface="Trebuchet MS"/>
              <a:cs typeface="Trebuchet MS"/>
              <a:sym typeface="Trebuchet MS"/>
            </a:endParaRPr>
          </a:p>
        </p:txBody>
      </p:sp>
      <p:pic>
        <p:nvPicPr>
          <p:cNvPr id="604" name="Google Shape;604;p34"/>
          <p:cNvPicPr preferRelativeResize="0"/>
          <p:nvPr/>
        </p:nvPicPr>
        <p:blipFill rotWithShape="1">
          <a:blip r:embed="rId3">
            <a:alphaModFix/>
          </a:blip>
          <a:srcRect b="0" l="0" r="0" t="0"/>
          <a:stretch/>
        </p:blipFill>
        <p:spPr>
          <a:xfrm>
            <a:off x="281089" y="1078103"/>
            <a:ext cx="65265" cy="65265"/>
          </a:xfrm>
          <a:prstGeom prst="rect">
            <a:avLst/>
          </a:prstGeom>
          <a:noFill/>
          <a:ln>
            <a:noFill/>
          </a:ln>
        </p:spPr>
      </p:pic>
      <p:pic>
        <p:nvPicPr>
          <p:cNvPr id="605" name="Google Shape;605;p34"/>
          <p:cNvPicPr preferRelativeResize="0"/>
          <p:nvPr/>
        </p:nvPicPr>
        <p:blipFill rotWithShape="1">
          <a:blip r:embed="rId4">
            <a:alphaModFix/>
          </a:blip>
          <a:srcRect b="0" l="0" r="0" t="0"/>
          <a:stretch/>
        </p:blipFill>
        <p:spPr>
          <a:xfrm>
            <a:off x="570865" y="1267904"/>
            <a:ext cx="52590" cy="52590"/>
          </a:xfrm>
          <a:prstGeom prst="rect">
            <a:avLst/>
          </a:prstGeom>
          <a:noFill/>
          <a:ln>
            <a:noFill/>
          </a:ln>
        </p:spPr>
      </p:pic>
      <p:pic>
        <p:nvPicPr>
          <p:cNvPr id="606" name="Google Shape;606;p34"/>
          <p:cNvPicPr preferRelativeResize="0"/>
          <p:nvPr/>
        </p:nvPicPr>
        <p:blipFill rotWithShape="1">
          <a:blip r:embed="rId4">
            <a:alphaModFix/>
          </a:blip>
          <a:srcRect b="0" l="0" r="0" t="0"/>
          <a:stretch/>
        </p:blipFill>
        <p:spPr>
          <a:xfrm>
            <a:off x="570865" y="1571574"/>
            <a:ext cx="52590" cy="52590"/>
          </a:xfrm>
          <a:prstGeom prst="rect">
            <a:avLst/>
          </a:prstGeom>
          <a:noFill/>
          <a:ln>
            <a:noFill/>
          </a:ln>
        </p:spPr>
      </p:pic>
      <p:pic>
        <p:nvPicPr>
          <p:cNvPr id="607" name="Google Shape;607;p34"/>
          <p:cNvPicPr preferRelativeResize="0"/>
          <p:nvPr/>
        </p:nvPicPr>
        <p:blipFill rotWithShape="1">
          <a:blip r:embed="rId4">
            <a:alphaModFix/>
          </a:blip>
          <a:srcRect b="0" l="0" r="0" t="0"/>
          <a:stretch/>
        </p:blipFill>
        <p:spPr>
          <a:xfrm>
            <a:off x="570865" y="1875231"/>
            <a:ext cx="52590" cy="52590"/>
          </a:xfrm>
          <a:prstGeom prst="rect">
            <a:avLst/>
          </a:prstGeom>
          <a:noFill/>
          <a:ln>
            <a:noFill/>
          </a:ln>
        </p:spPr>
      </p:pic>
      <p:pic>
        <p:nvPicPr>
          <p:cNvPr id="608" name="Google Shape;608;p34"/>
          <p:cNvPicPr preferRelativeResize="0"/>
          <p:nvPr/>
        </p:nvPicPr>
        <p:blipFill rotWithShape="1">
          <a:blip r:embed="rId5">
            <a:alphaModFix/>
          </a:blip>
          <a:srcRect b="0" l="0" r="0" t="0"/>
          <a:stretch/>
        </p:blipFill>
        <p:spPr>
          <a:xfrm>
            <a:off x="570865" y="2330729"/>
            <a:ext cx="52590" cy="52590"/>
          </a:xfrm>
          <a:prstGeom prst="rect">
            <a:avLst/>
          </a:prstGeom>
          <a:noFill/>
          <a:ln>
            <a:noFill/>
          </a:ln>
        </p:spPr>
      </p:pic>
      <p:sp>
        <p:nvSpPr>
          <p:cNvPr id="609" name="Google Shape;609;p34"/>
          <p:cNvSpPr txBox="1"/>
          <p:nvPr/>
        </p:nvSpPr>
        <p:spPr>
          <a:xfrm>
            <a:off x="402932" y="969568"/>
            <a:ext cx="4019550" cy="1758314"/>
          </a:xfrm>
          <a:prstGeom prst="rect">
            <a:avLst/>
          </a:prstGeom>
          <a:noFill/>
          <a:ln>
            <a:noFill/>
          </a:ln>
        </p:spPr>
        <p:txBody>
          <a:bodyPr anchorCtr="0" anchor="t" bIns="0" lIns="0" spcFirstLastPara="1" rIns="0" wrap="square" tIns="36175">
            <a:spAutoFit/>
          </a:bodyPr>
          <a:lstStyle/>
          <a:p>
            <a:pPr indent="0" lvl="0" marL="12700" marR="0" rtl="0" algn="l">
              <a:lnSpc>
                <a:spcPct val="100000"/>
              </a:lnSpc>
              <a:spcBef>
                <a:spcPts val="0"/>
              </a:spcBef>
              <a:spcAft>
                <a:spcPts val="0"/>
              </a:spcAft>
              <a:buNone/>
            </a:pPr>
            <a:r>
              <a:rPr lang="en-US" sz="1100">
                <a:solidFill>
                  <a:schemeClr val="dk1"/>
                </a:solidFill>
                <a:latin typeface="Tahoma"/>
                <a:ea typeface="Tahoma"/>
                <a:cs typeface="Tahoma"/>
                <a:sym typeface="Tahoma"/>
              </a:rPr>
              <a:t>A1:Range of resources</a:t>
            </a:r>
            <a:endParaRPr sz="1100">
              <a:solidFill>
                <a:schemeClr val="dk1"/>
              </a:solidFill>
              <a:latin typeface="Tahoma"/>
              <a:ea typeface="Tahoma"/>
              <a:cs typeface="Tahoma"/>
              <a:sym typeface="Tahoma"/>
            </a:endParaRPr>
          </a:p>
          <a:p>
            <a:pPr indent="0" lvl="0" marL="289560" marR="109220" rtl="0" algn="l">
              <a:lnSpc>
                <a:spcPct val="100000"/>
              </a:lnSpc>
              <a:spcBef>
                <a:spcPts val="175"/>
              </a:spcBef>
              <a:spcAft>
                <a:spcPts val="0"/>
              </a:spcAft>
              <a:buNone/>
            </a:pPr>
            <a:r>
              <a:rPr lang="en-US" sz="1000">
                <a:solidFill>
                  <a:schemeClr val="dk1"/>
                </a:solidFill>
                <a:latin typeface="Tahoma"/>
                <a:ea typeface="Tahoma"/>
                <a:cs typeface="Tahoma"/>
                <a:sym typeface="Tahoma"/>
              </a:rPr>
              <a:t>What resources were available to help you carry out this engineering  activity?</a:t>
            </a:r>
            <a:endParaRPr sz="1000">
              <a:solidFill>
                <a:schemeClr val="dk1"/>
              </a:solidFill>
              <a:latin typeface="Tahoma"/>
              <a:ea typeface="Tahoma"/>
              <a:cs typeface="Tahoma"/>
              <a:sym typeface="Tahoma"/>
            </a:endParaRPr>
          </a:p>
          <a:p>
            <a:pPr indent="0" lvl="0" marL="289560" marR="334010" rtl="0" algn="l">
              <a:lnSpc>
                <a:spcPct val="120000"/>
              </a:lnSpc>
              <a:spcBef>
                <a:spcPts val="35"/>
              </a:spcBef>
              <a:spcAft>
                <a:spcPts val="0"/>
              </a:spcAft>
              <a:buNone/>
            </a:pPr>
            <a:r>
              <a:rPr lang="en-US" sz="1000">
                <a:solidFill>
                  <a:schemeClr val="dk1"/>
                </a:solidFill>
                <a:latin typeface="Tahoma"/>
                <a:ea typeface="Tahoma"/>
                <a:cs typeface="Tahoma"/>
                <a:sym typeface="Tahoma"/>
              </a:rPr>
              <a:t>Negotiate adequate resources eg personnel, funding, equipment,  authorisations to undertake work materials</a:t>
            </a:r>
            <a:endParaRPr sz="1000">
              <a:solidFill>
                <a:schemeClr val="dk1"/>
              </a:solidFill>
              <a:latin typeface="Tahoma"/>
              <a:ea typeface="Tahoma"/>
              <a:cs typeface="Tahoma"/>
              <a:sym typeface="Tahoma"/>
            </a:endParaRPr>
          </a:p>
          <a:p>
            <a:pPr indent="0" lvl="0" marL="289560" marR="0" rtl="0" algn="l">
              <a:lnSpc>
                <a:spcPct val="115000"/>
              </a:lnSpc>
              <a:spcBef>
                <a:spcPts val="0"/>
              </a:spcBef>
              <a:spcAft>
                <a:spcPts val="0"/>
              </a:spcAft>
              <a:buNone/>
            </a:pPr>
            <a:r>
              <a:rPr lang="en-US" sz="1000">
                <a:solidFill>
                  <a:schemeClr val="dk1"/>
                </a:solidFill>
                <a:latin typeface="Tahoma"/>
                <a:ea typeface="Tahoma"/>
                <a:cs typeface="Tahoma"/>
                <a:sym typeface="Tahoma"/>
              </a:rPr>
              <a:t>Develop plans (including budgets) to schedule availability of resources</a:t>
            </a:r>
            <a:endParaRPr sz="1000">
              <a:solidFill>
                <a:schemeClr val="dk1"/>
              </a:solidFill>
              <a:latin typeface="Tahoma"/>
              <a:ea typeface="Tahoma"/>
              <a:cs typeface="Tahoma"/>
              <a:sym typeface="Tahoma"/>
            </a:endParaRPr>
          </a:p>
          <a:p>
            <a:pPr indent="0" lvl="0" marL="289560" marR="172720" rtl="0" algn="l">
              <a:lnSpc>
                <a:spcPct val="120000"/>
              </a:lnSpc>
              <a:spcBef>
                <a:spcPts val="35"/>
              </a:spcBef>
              <a:spcAft>
                <a:spcPts val="0"/>
              </a:spcAft>
              <a:buNone/>
            </a:pPr>
            <a:r>
              <a:rPr lang="en-US" sz="1000">
                <a:solidFill>
                  <a:schemeClr val="dk1"/>
                </a:solidFill>
                <a:latin typeface="Tahoma"/>
                <a:ea typeface="Tahoma"/>
                <a:cs typeface="Tahoma"/>
                <a:sym typeface="Tahoma"/>
              </a:rPr>
              <a:t>for allocation when required to meet project timelines and financial  commitments.</a:t>
            </a:r>
            <a:endParaRPr sz="1000">
              <a:solidFill>
                <a:schemeClr val="dk1"/>
              </a:solidFill>
              <a:latin typeface="Tahoma"/>
              <a:ea typeface="Tahoma"/>
              <a:cs typeface="Tahoma"/>
              <a:sym typeface="Tahoma"/>
            </a:endParaRPr>
          </a:p>
          <a:p>
            <a:pPr indent="0" lvl="0" marL="289560" marR="0" rtl="0" algn="l">
              <a:lnSpc>
                <a:spcPct val="115000"/>
              </a:lnSpc>
              <a:spcBef>
                <a:spcPts val="0"/>
              </a:spcBef>
              <a:spcAft>
                <a:spcPts val="0"/>
              </a:spcAft>
              <a:buNone/>
            </a:pPr>
            <a:r>
              <a:rPr lang="en-US" sz="1000">
                <a:solidFill>
                  <a:schemeClr val="dk1"/>
                </a:solidFill>
                <a:latin typeface="Tahoma"/>
                <a:ea typeface="Tahoma"/>
                <a:cs typeface="Tahoma"/>
                <a:sym typeface="Tahoma"/>
              </a:rPr>
              <a:t>Report work progress against schedule – work-flow plans, budgets,</a:t>
            </a:r>
            <a:endParaRPr sz="1000">
              <a:solidFill>
                <a:schemeClr val="dk1"/>
              </a:solidFill>
              <a:latin typeface="Tahoma"/>
              <a:ea typeface="Tahoma"/>
              <a:cs typeface="Tahoma"/>
              <a:sym typeface="Tahoma"/>
            </a:endParaRPr>
          </a:p>
          <a:p>
            <a:pPr indent="0" lvl="0" marL="289560" marR="5080" rtl="0" algn="l">
              <a:lnSpc>
                <a:spcPct val="120000"/>
              </a:lnSpc>
              <a:spcBef>
                <a:spcPts val="40"/>
              </a:spcBef>
              <a:spcAft>
                <a:spcPts val="0"/>
              </a:spcAft>
              <a:buNone/>
            </a:pPr>
            <a:r>
              <a:rPr lang="en-US" sz="1000">
                <a:solidFill>
                  <a:schemeClr val="dk1"/>
                </a:solidFill>
                <a:latin typeface="Tahoma"/>
                <a:ea typeface="Tahoma"/>
                <a:cs typeface="Tahoma"/>
                <a:sym typeface="Tahoma"/>
              </a:rPr>
              <a:t>overall project performance objectives and provide projections on work  completion to target times and budget</a:t>
            </a:r>
            <a:endParaRPr sz="1000">
              <a:solidFill>
                <a:schemeClr val="dk1"/>
              </a:solidFill>
              <a:latin typeface="Tahoma"/>
              <a:ea typeface="Tahoma"/>
              <a:cs typeface="Tahoma"/>
              <a:sym typeface="Tahoma"/>
            </a:endParaRPr>
          </a:p>
        </p:txBody>
      </p:sp>
      <p:sp>
        <p:nvSpPr>
          <p:cNvPr id="610" name="Google Shape;610;p34"/>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611" name="Google Shape;611;p34"/>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35"/>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Range of Complex Engineering Activities</a:t>
            </a:r>
            <a:endParaRPr sz="1400">
              <a:solidFill>
                <a:schemeClr val="accent1"/>
              </a:solidFill>
              <a:latin typeface="Trebuchet MS"/>
              <a:ea typeface="Trebuchet MS"/>
              <a:cs typeface="Trebuchet MS"/>
              <a:sym typeface="Trebuchet MS"/>
            </a:endParaRPr>
          </a:p>
        </p:txBody>
      </p:sp>
      <p:pic>
        <p:nvPicPr>
          <p:cNvPr id="617" name="Google Shape;617;p35"/>
          <p:cNvPicPr preferRelativeResize="0"/>
          <p:nvPr/>
        </p:nvPicPr>
        <p:blipFill rotWithShape="1">
          <a:blip r:embed="rId3">
            <a:alphaModFix/>
          </a:blip>
          <a:srcRect b="0" l="0" r="0" t="0"/>
          <a:stretch/>
        </p:blipFill>
        <p:spPr>
          <a:xfrm>
            <a:off x="281089" y="870597"/>
            <a:ext cx="65265" cy="65265"/>
          </a:xfrm>
          <a:prstGeom prst="rect">
            <a:avLst/>
          </a:prstGeom>
          <a:noFill/>
          <a:ln>
            <a:noFill/>
          </a:ln>
        </p:spPr>
      </p:pic>
      <p:pic>
        <p:nvPicPr>
          <p:cNvPr id="618" name="Google Shape;618;p35"/>
          <p:cNvPicPr preferRelativeResize="0"/>
          <p:nvPr/>
        </p:nvPicPr>
        <p:blipFill rotWithShape="1">
          <a:blip r:embed="rId4">
            <a:alphaModFix/>
          </a:blip>
          <a:srcRect b="0" l="0" r="0" t="0"/>
          <a:stretch/>
        </p:blipFill>
        <p:spPr>
          <a:xfrm>
            <a:off x="570865" y="1060412"/>
            <a:ext cx="52590" cy="52590"/>
          </a:xfrm>
          <a:prstGeom prst="rect">
            <a:avLst/>
          </a:prstGeom>
          <a:noFill/>
          <a:ln>
            <a:noFill/>
          </a:ln>
        </p:spPr>
      </p:pic>
      <p:pic>
        <p:nvPicPr>
          <p:cNvPr id="619" name="Google Shape;619;p35"/>
          <p:cNvPicPr preferRelativeResize="0"/>
          <p:nvPr/>
        </p:nvPicPr>
        <p:blipFill rotWithShape="1">
          <a:blip r:embed="rId5">
            <a:alphaModFix/>
          </a:blip>
          <a:srcRect b="0" l="0" r="0" t="0"/>
          <a:stretch/>
        </p:blipFill>
        <p:spPr>
          <a:xfrm>
            <a:off x="570865" y="1515897"/>
            <a:ext cx="52590" cy="52590"/>
          </a:xfrm>
          <a:prstGeom prst="rect">
            <a:avLst/>
          </a:prstGeom>
          <a:noFill/>
          <a:ln>
            <a:noFill/>
          </a:ln>
        </p:spPr>
      </p:pic>
      <p:pic>
        <p:nvPicPr>
          <p:cNvPr id="620" name="Google Shape;620;p35"/>
          <p:cNvPicPr preferRelativeResize="0"/>
          <p:nvPr/>
        </p:nvPicPr>
        <p:blipFill rotWithShape="1">
          <a:blip r:embed="rId5">
            <a:alphaModFix/>
          </a:blip>
          <a:srcRect b="0" l="0" r="0" t="0"/>
          <a:stretch/>
        </p:blipFill>
        <p:spPr>
          <a:xfrm>
            <a:off x="570865" y="1819567"/>
            <a:ext cx="52590" cy="52590"/>
          </a:xfrm>
          <a:prstGeom prst="rect">
            <a:avLst/>
          </a:prstGeom>
          <a:noFill/>
          <a:ln>
            <a:noFill/>
          </a:ln>
        </p:spPr>
      </p:pic>
      <p:pic>
        <p:nvPicPr>
          <p:cNvPr id="621" name="Google Shape;621;p35"/>
          <p:cNvPicPr preferRelativeResize="0"/>
          <p:nvPr/>
        </p:nvPicPr>
        <p:blipFill rotWithShape="1">
          <a:blip r:embed="rId6">
            <a:alphaModFix/>
          </a:blip>
          <a:srcRect b="0" l="0" r="0" t="0"/>
          <a:stretch/>
        </p:blipFill>
        <p:spPr>
          <a:xfrm>
            <a:off x="281089" y="2300338"/>
            <a:ext cx="65265" cy="65265"/>
          </a:xfrm>
          <a:prstGeom prst="rect">
            <a:avLst/>
          </a:prstGeom>
          <a:noFill/>
          <a:ln>
            <a:noFill/>
          </a:ln>
        </p:spPr>
      </p:pic>
      <p:pic>
        <p:nvPicPr>
          <p:cNvPr id="622" name="Google Shape;622;p35"/>
          <p:cNvPicPr preferRelativeResize="0"/>
          <p:nvPr/>
        </p:nvPicPr>
        <p:blipFill rotWithShape="1">
          <a:blip r:embed="rId5">
            <a:alphaModFix/>
          </a:blip>
          <a:srcRect b="0" l="0" r="0" t="0"/>
          <a:stretch/>
        </p:blipFill>
        <p:spPr>
          <a:xfrm>
            <a:off x="570865" y="2490152"/>
            <a:ext cx="52590" cy="52590"/>
          </a:xfrm>
          <a:prstGeom prst="rect">
            <a:avLst/>
          </a:prstGeom>
          <a:noFill/>
          <a:ln>
            <a:noFill/>
          </a:ln>
        </p:spPr>
      </p:pic>
      <p:pic>
        <p:nvPicPr>
          <p:cNvPr id="623" name="Google Shape;623;p35"/>
          <p:cNvPicPr preferRelativeResize="0"/>
          <p:nvPr/>
        </p:nvPicPr>
        <p:blipFill rotWithShape="1">
          <a:blip r:embed="rId5">
            <a:alphaModFix/>
          </a:blip>
          <a:srcRect b="0" l="0" r="0" t="0"/>
          <a:stretch/>
        </p:blipFill>
        <p:spPr>
          <a:xfrm>
            <a:off x="570865" y="2793809"/>
            <a:ext cx="52590" cy="52590"/>
          </a:xfrm>
          <a:prstGeom prst="rect">
            <a:avLst/>
          </a:prstGeom>
          <a:noFill/>
          <a:ln>
            <a:noFill/>
          </a:ln>
        </p:spPr>
      </p:pic>
      <p:sp>
        <p:nvSpPr>
          <p:cNvPr id="624" name="Google Shape;624;p35"/>
          <p:cNvSpPr txBox="1"/>
          <p:nvPr/>
        </p:nvSpPr>
        <p:spPr>
          <a:xfrm>
            <a:off x="346357" y="591813"/>
            <a:ext cx="4022700" cy="2802600"/>
          </a:xfrm>
          <a:prstGeom prst="rect">
            <a:avLst/>
          </a:prstGeom>
          <a:noFill/>
          <a:ln>
            <a:noFill/>
          </a:ln>
        </p:spPr>
        <p:txBody>
          <a:bodyPr anchorCtr="0" anchor="t" bIns="0" lIns="0" spcFirstLastPara="1" rIns="0" wrap="square" tIns="36175">
            <a:spAutoFit/>
          </a:bodyPr>
          <a:lstStyle/>
          <a:p>
            <a:pPr indent="0" lvl="0" marL="12700" marR="0" rtl="0" algn="l">
              <a:lnSpc>
                <a:spcPct val="100000"/>
              </a:lnSpc>
              <a:spcBef>
                <a:spcPts val="0"/>
              </a:spcBef>
              <a:spcAft>
                <a:spcPts val="0"/>
              </a:spcAft>
              <a:buNone/>
            </a:pPr>
            <a:r>
              <a:rPr lang="en-US" sz="1100">
                <a:solidFill>
                  <a:schemeClr val="dk1"/>
                </a:solidFill>
                <a:latin typeface="Tahoma"/>
                <a:ea typeface="Tahoma"/>
                <a:cs typeface="Tahoma"/>
                <a:sym typeface="Tahoma"/>
              </a:rPr>
              <a:t>A2:Level of interactions</a:t>
            </a:r>
            <a:endParaRPr sz="1100">
              <a:solidFill>
                <a:schemeClr val="dk1"/>
              </a:solidFill>
              <a:latin typeface="Tahoma"/>
              <a:ea typeface="Tahoma"/>
              <a:cs typeface="Tahoma"/>
              <a:sym typeface="Tahoma"/>
            </a:endParaRPr>
          </a:p>
          <a:p>
            <a:pPr indent="0" lvl="0" marL="289560" marR="5080" rtl="0" algn="l">
              <a:lnSpc>
                <a:spcPct val="100000"/>
              </a:lnSpc>
              <a:spcBef>
                <a:spcPts val="175"/>
              </a:spcBef>
              <a:spcAft>
                <a:spcPts val="0"/>
              </a:spcAft>
              <a:buNone/>
            </a:pPr>
            <a:r>
              <a:rPr lang="en-US" sz="1000">
                <a:solidFill>
                  <a:schemeClr val="dk1"/>
                </a:solidFill>
                <a:latin typeface="Tahoma"/>
                <a:ea typeface="Tahoma"/>
                <a:cs typeface="Tahoma"/>
                <a:sym typeface="Tahoma"/>
              </a:rPr>
              <a:t>What are the engineering issues or other issues that could impact on  engineering matters related to the project - the expected outset of the  project ?</a:t>
            </a:r>
            <a:endParaRPr sz="1000">
              <a:solidFill>
                <a:schemeClr val="dk1"/>
              </a:solidFill>
              <a:latin typeface="Tahoma"/>
              <a:ea typeface="Tahoma"/>
              <a:cs typeface="Tahoma"/>
              <a:sym typeface="Tahoma"/>
            </a:endParaRPr>
          </a:p>
          <a:p>
            <a:pPr indent="0" lvl="0" marL="289560" marR="71755" rtl="0" algn="l">
              <a:lnSpc>
                <a:spcPct val="120000"/>
              </a:lnSpc>
              <a:spcBef>
                <a:spcPts val="30"/>
              </a:spcBef>
              <a:spcAft>
                <a:spcPts val="0"/>
              </a:spcAft>
              <a:buNone/>
            </a:pPr>
            <a:r>
              <a:rPr lang="en-US" sz="1000">
                <a:solidFill>
                  <a:schemeClr val="dk1"/>
                </a:solidFill>
                <a:latin typeface="Tahoma"/>
                <a:ea typeface="Tahoma"/>
                <a:cs typeface="Tahoma"/>
                <a:sym typeface="Tahoma"/>
              </a:rPr>
              <a:t>What unforeseen engineering issues arose during the execution of the  project ?</a:t>
            </a:r>
            <a:endParaRPr sz="1000">
              <a:solidFill>
                <a:schemeClr val="dk1"/>
              </a:solidFill>
              <a:latin typeface="Tahoma"/>
              <a:ea typeface="Tahoma"/>
              <a:cs typeface="Tahoma"/>
              <a:sym typeface="Tahoma"/>
            </a:endParaRPr>
          </a:p>
          <a:p>
            <a:pPr indent="0" lvl="0" marL="289560" marR="0" rtl="0" algn="l">
              <a:lnSpc>
                <a:spcPct val="115000"/>
              </a:lnSpc>
              <a:spcBef>
                <a:spcPts val="0"/>
              </a:spcBef>
              <a:spcAft>
                <a:spcPts val="0"/>
              </a:spcAft>
              <a:buNone/>
            </a:pPr>
            <a:r>
              <a:rPr lang="en-US" sz="1000">
                <a:solidFill>
                  <a:schemeClr val="dk1"/>
                </a:solidFill>
                <a:latin typeface="Tahoma"/>
                <a:ea typeface="Tahoma"/>
                <a:cs typeface="Tahoma"/>
                <a:sym typeface="Tahoma"/>
              </a:rPr>
              <a:t>Prior to commencing the work to ensure all the engineering issues are</a:t>
            </a:r>
            <a:endParaRPr sz="1000">
              <a:solidFill>
                <a:schemeClr val="dk1"/>
              </a:solidFill>
              <a:latin typeface="Tahoma"/>
              <a:ea typeface="Tahoma"/>
              <a:cs typeface="Tahoma"/>
              <a:sym typeface="Tahoma"/>
            </a:endParaRPr>
          </a:p>
          <a:p>
            <a:pPr indent="0" lvl="0" marL="289560" marR="34925" rtl="0" algn="l">
              <a:lnSpc>
                <a:spcPct val="120000"/>
              </a:lnSpc>
              <a:spcBef>
                <a:spcPts val="35"/>
              </a:spcBef>
              <a:spcAft>
                <a:spcPts val="0"/>
              </a:spcAft>
              <a:buNone/>
            </a:pPr>
            <a:r>
              <a:rPr lang="en-US" sz="1000">
                <a:solidFill>
                  <a:schemeClr val="dk1"/>
                </a:solidFill>
                <a:latin typeface="Tahoma"/>
                <a:ea typeface="Tahoma"/>
                <a:cs typeface="Tahoma"/>
                <a:sym typeface="Tahoma"/>
              </a:rPr>
              <a:t>resolved or scheduled to be resolved to meet project plan targets, i.e.,  identify the potential risks with the respective proposed solution.</a:t>
            </a:r>
            <a:endParaRPr sz="1000">
              <a:solidFill>
                <a:schemeClr val="dk1"/>
              </a:solidFill>
              <a:latin typeface="Tahoma"/>
              <a:ea typeface="Tahoma"/>
              <a:cs typeface="Tahoma"/>
              <a:sym typeface="Tahoma"/>
            </a:endParaRPr>
          </a:p>
          <a:p>
            <a:pPr indent="0" lvl="0" marL="12700" marR="0" rtl="0" algn="l">
              <a:lnSpc>
                <a:spcPct val="100000"/>
              </a:lnSpc>
              <a:spcBef>
                <a:spcPts val="150"/>
              </a:spcBef>
              <a:spcAft>
                <a:spcPts val="0"/>
              </a:spcAft>
              <a:buNone/>
            </a:pPr>
            <a:r>
              <a:rPr lang="en-US" sz="1100">
                <a:solidFill>
                  <a:schemeClr val="dk1"/>
                </a:solidFill>
                <a:latin typeface="Tahoma"/>
                <a:ea typeface="Tahoma"/>
                <a:cs typeface="Tahoma"/>
                <a:sym typeface="Tahoma"/>
              </a:rPr>
              <a:t>A3: Innovation</a:t>
            </a:r>
            <a:endParaRPr sz="1100">
              <a:solidFill>
                <a:schemeClr val="dk1"/>
              </a:solidFill>
              <a:latin typeface="Tahoma"/>
              <a:ea typeface="Tahoma"/>
              <a:cs typeface="Tahoma"/>
              <a:sym typeface="Tahoma"/>
            </a:endParaRPr>
          </a:p>
          <a:p>
            <a:pPr indent="0" lvl="0" marL="289560" marR="24130" rtl="0" algn="l">
              <a:lnSpc>
                <a:spcPct val="100000"/>
              </a:lnSpc>
              <a:spcBef>
                <a:spcPts val="175"/>
              </a:spcBef>
              <a:spcAft>
                <a:spcPts val="0"/>
              </a:spcAft>
              <a:buNone/>
            </a:pPr>
            <a:r>
              <a:rPr lang="en-US" sz="1000">
                <a:solidFill>
                  <a:schemeClr val="dk1"/>
                </a:solidFill>
                <a:latin typeface="Tahoma"/>
                <a:ea typeface="Tahoma"/>
                <a:cs typeface="Tahoma"/>
                <a:sym typeface="Tahoma"/>
              </a:rPr>
              <a:t>What new techniques, materials or processes can be utilised in the  project, feasibility study (technical &amp; economy), literature review ?  How do the proposed approach improve the efficiency, effectiveness or  quality of work?</a:t>
            </a:r>
            <a:endParaRPr sz="1000">
              <a:solidFill>
                <a:schemeClr val="dk1"/>
              </a:solidFill>
              <a:latin typeface="Tahoma"/>
              <a:ea typeface="Tahoma"/>
              <a:cs typeface="Tahoma"/>
              <a:sym typeface="Tahoma"/>
            </a:endParaRPr>
          </a:p>
        </p:txBody>
      </p:sp>
      <p:sp>
        <p:nvSpPr>
          <p:cNvPr id="625" name="Google Shape;625;p35"/>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626" name="Google Shape;626;p35"/>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36"/>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Range of Complex Engineering Activities</a:t>
            </a:r>
            <a:endParaRPr sz="1400">
              <a:solidFill>
                <a:schemeClr val="accent1"/>
              </a:solidFill>
              <a:latin typeface="Trebuchet MS"/>
              <a:ea typeface="Trebuchet MS"/>
              <a:cs typeface="Trebuchet MS"/>
              <a:sym typeface="Trebuchet MS"/>
            </a:endParaRPr>
          </a:p>
        </p:txBody>
      </p:sp>
      <p:pic>
        <p:nvPicPr>
          <p:cNvPr id="632" name="Google Shape;632;p36"/>
          <p:cNvPicPr preferRelativeResize="0"/>
          <p:nvPr/>
        </p:nvPicPr>
        <p:blipFill rotWithShape="1">
          <a:blip r:embed="rId3">
            <a:alphaModFix/>
          </a:blip>
          <a:srcRect b="0" l="0" r="0" t="0"/>
          <a:stretch/>
        </p:blipFill>
        <p:spPr>
          <a:xfrm>
            <a:off x="281089" y="1063904"/>
            <a:ext cx="65265" cy="65265"/>
          </a:xfrm>
          <a:prstGeom prst="rect">
            <a:avLst/>
          </a:prstGeom>
          <a:noFill/>
          <a:ln>
            <a:noFill/>
          </a:ln>
        </p:spPr>
      </p:pic>
      <p:pic>
        <p:nvPicPr>
          <p:cNvPr id="633" name="Google Shape;633;p36"/>
          <p:cNvPicPr preferRelativeResize="0"/>
          <p:nvPr/>
        </p:nvPicPr>
        <p:blipFill rotWithShape="1">
          <a:blip r:embed="rId4">
            <a:alphaModFix/>
          </a:blip>
          <a:srcRect b="0" l="0" r="0" t="0"/>
          <a:stretch/>
        </p:blipFill>
        <p:spPr>
          <a:xfrm>
            <a:off x="570865" y="1253706"/>
            <a:ext cx="52590" cy="52590"/>
          </a:xfrm>
          <a:prstGeom prst="rect">
            <a:avLst/>
          </a:prstGeom>
          <a:noFill/>
          <a:ln>
            <a:noFill/>
          </a:ln>
        </p:spPr>
      </p:pic>
      <p:pic>
        <p:nvPicPr>
          <p:cNvPr id="634" name="Google Shape;634;p36"/>
          <p:cNvPicPr preferRelativeResize="0"/>
          <p:nvPr/>
        </p:nvPicPr>
        <p:blipFill rotWithShape="1">
          <a:blip r:embed="rId4">
            <a:alphaModFix/>
          </a:blip>
          <a:srcRect b="0" l="0" r="0" t="0"/>
          <a:stretch/>
        </p:blipFill>
        <p:spPr>
          <a:xfrm>
            <a:off x="570865" y="1557375"/>
            <a:ext cx="52590" cy="52590"/>
          </a:xfrm>
          <a:prstGeom prst="rect">
            <a:avLst/>
          </a:prstGeom>
          <a:noFill/>
          <a:ln>
            <a:noFill/>
          </a:ln>
        </p:spPr>
      </p:pic>
      <p:pic>
        <p:nvPicPr>
          <p:cNvPr id="635" name="Google Shape;635;p36"/>
          <p:cNvPicPr preferRelativeResize="0"/>
          <p:nvPr/>
        </p:nvPicPr>
        <p:blipFill rotWithShape="1">
          <a:blip r:embed="rId5">
            <a:alphaModFix/>
          </a:blip>
          <a:srcRect b="0" l="0" r="0" t="0"/>
          <a:stretch/>
        </p:blipFill>
        <p:spPr>
          <a:xfrm>
            <a:off x="281089" y="1734489"/>
            <a:ext cx="65265" cy="65265"/>
          </a:xfrm>
          <a:prstGeom prst="rect">
            <a:avLst/>
          </a:prstGeom>
          <a:noFill/>
          <a:ln>
            <a:noFill/>
          </a:ln>
        </p:spPr>
      </p:pic>
      <p:pic>
        <p:nvPicPr>
          <p:cNvPr id="636" name="Google Shape;636;p36"/>
          <p:cNvPicPr preferRelativeResize="0"/>
          <p:nvPr/>
        </p:nvPicPr>
        <p:blipFill rotWithShape="1">
          <a:blip r:embed="rId6">
            <a:alphaModFix/>
          </a:blip>
          <a:srcRect b="0" l="0" r="0" t="0"/>
          <a:stretch/>
        </p:blipFill>
        <p:spPr>
          <a:xfrm>
            <a:off x="570865" y="1924291"/>
            <a:ext cx="52590" cy="52590"/>
          </a:xfrm>
          <a:prstGeom prst="rect">
            <a:avLst/>
          </a:prstGeom>
          <a:noFill/>
          <a:ln>
            <a:noFill/>
          </a:ln>
        </p:spPr>
      </p:pic>
      <p:pic>
        <p:nvPicPr>
          <p:cNvPr id="637" name="Google Shape;637;p36"/>
          <p:cNvPicPr preferRelativeResize="0"/>
          <p:nvPr/>
        </p:nvPicPr>
        <p:blipFill rotWithShape="1">
          <a:blip r:embed="rId7">
            <a:alphaModFix/>
          </a:blip>
          <a:srcRect b="0" l="0" r="0" t="0"/>
          <a:stretch/>
        </p:blipFill>
        <p:spPr>
          <a:xfrm>
            <a:off x="570865" y="2215299"/>
            <a:ext cx="52590" cy="52590"/>
          </a:xfrm>
          <a:prstGeom prst="rect">
            <a:avLst/>
          </a:prstGeom>
          <a:noFill/>
          <a:ln>
            <a:noFill/>
          </a:ln>
        </p:spPr>
      </p:pic>
      <p:pic>
        <p:nvPicPr>
          <p:cNvPr id="638" name="Google Shape;638;p36"/>
          <p:cNvPicPr preferRelativeResize="0"/>
          <p:nvPr/>
        </p:nvPicPr>
        <p:blipFill rotWithShape="1">
          <a:blip r:embed="rId4">
            <a:alphaModFix/>
          </a:blip>
          <a:srcRect b="0" l="0" r="0" t="0"/>
          <a:stretch/>
        </p:blipFill>
        <p:spPr>
          <a:xfrm>
            <a:off x="847966" y="2379789"/>
            <a:ext cx="52590" cy="52590"/>
          </a:xfrm>
          <a:prstGeom prst="rect">
            <a:avLst/>
          </a:prstGeom>
          <a:noFill/>
          <a:ln>
            <a:noFill/>
          </a:ln>
        </p:spPr>
      </p:pic>
      <p:pic>
        <p:nvPicPr>
          <p:cNvPr id="639" name="Google Shape;639;p36"/>
          <p:cNvPicPr preferRelativeResize="0"/>
          <p:nvPr/>
        </p:nvPicPr>
        <p:blipFill rotWithShape="1">
          <a:blip r:embed="rId4">
            <a:alphaModFix/>
          </a:blip>
          <a:srcRect b="0" l="0" r="0" t="0"/>
          <a:stretch/>
        </p:blipFill>
        <p:spPr>
          <a:xfrm>
            <a:off x="847966" y="2518968"/>
            <a:ext cx="52590" cy="52590"/>
          </a:xfrm>
          <a:prstGeom prst="rect">
            <a:avLst/>
          </a:prstGeom>
          <a:noFill/>
          <a:ln>
            <a:noFill/>
          </a:ln>
        </p:spPr>
      </p:pic>
      <p:sp>
        <p:nvSpPr>
          <p:cNvPr id="640" name="Google Shape;640;p36"/>
          <p:cNvSpPr txBox="1"/>
          <p:nvPr/>
        </p:nvSpPr>
        <p:spPr>
          <a:xfrm>
            <a:off x="402932" y="955369"/>
            <a:ext cx="3964304" cy="1793875"/>
          </a:xfrm>
          <a:prstGeom prst="rect">
            <a:avLst/>
          </a:prstGeom>
          <a:noFill/>
          <a:ln>
            <a:noFill/>
          </a:ln>
        </p:spPr>
        <p:txBody>
          <a:bodyPr anchorCtr="0" anchor="t" bIns="0" lIns="0" spcFirstLastPara="1" rIns="0" wrap="square" tIns="36175">
            <a:spAutoFit/>
          </a:bodyPr>
          <a:lstStyle/>
          <a:p>
            <a:pPr indent="0" lvl="0" marL="12700" marR="0" rtl="0" algn="l">
              <a:lnSpc>
                <a:spcPct val="100000"/>
              </a:lnSpc>
              <a:spcBef>
                <a:spcPts val="0"/>
              </a:spcBef>
              <a:spcAft>
                <a:spcPts val="0"/>
              </a:spcAft>
              <a:buNone/>
            </a:pPr>
            <a:r>
              <a:rPr lang="en-US" sz="1100">
                <a:solidFill>
                  <a:schemeClr val="dk1"/>
                </a:solidFill>
                <a:latin typeface="Tahoma"/>
                <a:ea typeface="Tahoma"/>
                <a:cs typeface="Tahoma"/>
                <a:sym typeface="Tahoma"/>
              </a:rPr>
              <a:t>A4: Consequences to society and the environment</a:t>
            </a:r>
            <a:endParaRPr sz="1100">
              <a:solidFill>
                <a:schemeClr val="dk1"/>
              </a:solidFill>
              <a:latin typeface="Tahoma"/>
              <a:ea typeface="Tahoma"/>
              <a:cs typeface="Tahoma"/>
              <a:sym typeface="Tahoma"/>
            </a:endParaRPr>
          </a:p>
          <a:p>
            <a:pPr indent="0" lvl="0" marL="289560" marR="57785" rtl="0" algn="l">
              <a:lnSpc>
                <a:spcPct val="100000"/>
              </a:lnSpc>
              <a:spcBef>
                <a:spcPts val="175"/>
              </a:spcBef>
              <a:spcAft>
                <a:spcPts val="0"/>
              </a:spcAft>
              <a:buNone/>
            </a:pPr>
            <a:r>
              <a:rPr lang="en-US" sz="1000">
                <a:solidFill>
                  <a:schemeClr val="dk1"/>
                </a:solidFill>
                <a:latin typeface="Tahoma"/>
                <a:ea typeface="Tahoma"/>
                <a:cs typeface="Tahoma"/>
                <a:sym typeface="Tahoma"/>
              </a:rPr>
              <a:t>What are the impacts of the engineering solution on the society and  environment?</a:t>
            </a:r>
            <a:endParaRPr sz="1000">
              <a:solidFill>
                <a:schemeClr val="dk1"/>
              </a:solidFill>
              <a:latin typeface="Tahoma"/>
              <a:ea typeface="Tahoma"/>
              <a:cs typeface="Tahoma"/>
              <a:sym typeface="Tahoma"/>
            </a:endParaRPr>
          </a:p>
          <a:p>
            <a:pPr indent="0" lvl="0" marL="289560" marR="0" rtl="0" algn="l">
              <a:lnSpc>
                <a:spcPct val="119000"/>
              </a:lnSpc>
              <a:spcBef>
                <a:spcPts val="0"/>
              </a:spcBef>
              <a:spcAft>
                <a:spcPts val="0"/>
              </a:spcAft>
              <a:buNone/>
            </a:pPr>
            <a:r>
              <a:rPr lang="en-US" sz="1000">
                <a:solidFill>
                  <a:schemeClr val="dk1"/>
                </a:solidFill>
                <a:latin typeface="Tahoma"/>
                <a:ea typeface="Tahoma"/>
                <a:cs typeface="Tahoma"/>
                <a:sym typeface="Tahoma"/>
              </a:rPr>
              <a:t>Who is affected and how?</a:t>
            </a:r>
            <a:endParaRPr sz="1000">
              <a:solidFill>
                <a:schemeClr val="dk1"/>
              </a:solidFill>
              <a:latin typeface="Tahoma"/>
              <a:ea typeface="Tahoma"/>
              <a:cs typeface="Tahoma"/>
              <a:sym typeface="Tahoma"/>
            </a:endParaRPr>
          </a:p>
          <a:p>
            <a:pPr indent="0" lvl="0" marL="12700" marR="0" rtl="0" algn="l">
              <a:lnSpc>
                <a:spcPct val="100000"/>
              </a:lnSpc>
              <a:spcBef>
                <a:spcPts val="195"/>
              </a:spcBef>
              <a:spcAft>
                <a:spcPts val="0"/>
              </a:spcAft>
              <a:buNone/>
            </a:pPr>
            <a:r>
              <a:rPr lang="en-US" sz="1100">
                <a:solidFill>
                  <a:schemeClr val="dk1"/>
                </a:solidFill>
                <a:latin typeface="Tahoma"/>
                <a:ea typeface="Tahoma"/>
                <a:cs typeface="Tahoma"/>
                <a:sym typeface="Tahoma"/>
              </a:rPr>
              <a:t>A5: Familiarity</a:t>
            </a:r>
            <a:endParaRPr sz="1100">
              <a:solidFill>
                <a:schemeClr val="dk1"/>
              </a:solidFill>
              <a:latin typeface="Tahoma"/>
              <a:ea typeface="Tahoma"/>
              <a:cs typeface="Tahoma"/>
              <a:sym typeface="Tahoma"/>
            </a:endParaRPr>
          </a:p>
          <a:p>
            <a:pPr indent="0" lvl="0" marL="289560" marR="5080" rtl="0" algn="l">
              <a:lnSpc>
                <a:spcPct val="100000"/>
              </a:lnSpc>
              <a:spcBef>
                <a:spcPts val="175"/>
              </a:spcBef>
              <a:spcAft>
                <a:spcPts val="0"/>
              </a:spcAft>
              <a:buNone/>
            </a:pPr>
            <a:r>
              <a:rPr lang="en-US" sz="1000">
                <a:solidFill>
                  <a:schemeClr val="dk1"/>
                </a:solidFill>
                <a:latin typeface="Tahoma"/>
                <a:ea typeface="Tahoma"/>
                <a:cs typeface="Tahoma"/>
                <a:sym typeface="Tahoma"/>
              </a:rPr>
              <a:t>To what extent is the previous experiences routinely encountered and  resolved using wellunderstood practices?</a:t>
            </a:r>
            <a:endParaRPr sz="1000">
              <a:solidFill>
                <a:schemeClr val="dk1"/>
              </a:solidFill>
              <a:latin typeface="Tahoma"/>
              <a:ea typeface="Tahoma"/>
              <a:cs typeface="Tahoma"/>
              <a:sym typeface="Tahoma"/>
            </a:endParaRPr>
          </a:p>
          <a:p>
            <a:pPr indent="0" lvl="0" marL="289560" marR="0" rtl="0" algn="l">
              <a:lnSpc>
                <a:spcPct val="109000"/>
              </a:lnSpc>
              <a:spcBef>
                <a:spcPts val="0"/>
              </a:spcBef>
              <a:spcAft>
                <a:spcPts val="0"/>
              </a:spcAft>
              <a:buNone/>
            </a:pPr>
            <a:r>
              <a:rPr lang="en-US" sz="1000">
                <a:solidFill>
                  <a:schemeClr val="dk1"/>
                </a:solidFill>
                <a:latin typeface="Tahoma"/>
                <a:ea typeface="Tahoma"/>
                <a:cs typeface="Tahoma"/>
                <a:sym typeface="Tahoma"/>
              </a:rPr>
              <a:t>The experience is a:</a:t>
            </a:r>
            <a:endParaRPr sz="1000">
              <a:solidFill>
                <a:schemeClr val="dk1"/>
              </a:solidFill>
              <a:latin typeface="Tahoma"/>
              <a:ea typeface="Tahoma"/>
              <a:cs typeface="Tahoma"/>
              <a:sym typeface="Tahoma"/>
            </a:endParaRPr>
          </a:p>
          <a:p>
            <a:pPr indent="0" lvl="0" marL="566420" marR="140335" rtl="0" algn="just">
              <a:lnSpc>
                <a:spcPct val="101499"/>
              </a:lnSpc>
              <a:spcBef>
                <a:spcPts val="180"/>
              </a:spcBef>
              <a:spcAft>
                <a:spcPts val="0"/>
              </a:spcAft>
              <a:buNone/>
            </a:pPr>
            <a:r>
              <a:rPr lang="en-US" sz="900">
                <a:solidFill>
                  <a:schemeClr val="dk1"/>
                </a:solidFill>
                <a:latin typeface="Helvetica Neue"/>
                <a:ea typeface="Helvetica Neue"/>
                <a:cs typeface="Helvetica Neue"/>
                <a:sym typeface="Helvetica Neue"/>
              </a:rPr>
              <a:t>New experience which is not previously or only rarely encountered.  Familiar experience with some (or many) unique issues that made  communication difficulty level increased.</a:t>
            </a:r>
            <a:endParaRPr sz="900">
              <a:solidFill>
                <a:schemeClr val="dk1"/>
              </a:solidFill>
              <a:latin typeface="Helvetica Neue"/>
              <a:ea typeface="Helvetica Neue"/>
              <a:cs typeface="Helvetica Neue"/>
              <a:sym typeface="Helvetica Neue"/>
            </a:endParaRPr>
          </a:p>
        </p:txBody>
      </p:sp>
      <p:sp>
        <p:nvSpPr>
          <p:cNvPr id="641" name="Google Shape;641;p36"/>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642" name="Google Shape;642;p36"/>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37"/>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AI Powered Medical Agent</a:t>
            </a:r>
            <a:endParaRPr sz="1400">
              <a:solidFill>
                <a:schemeClr val="accent1"/>
              </a:solidFill>
              <a:latin typeface="Trebuchet MS"/>
              <a:ea typeface="Trebuchet MS"/>
              <a:cs typeface="Trebuchet MS"/>
              <a:sym typeface="Trebuchet MS"/>
            </a:endParaRPr>
          </a:p>
        </p:txBody>
      </p:sp>
      <p:sp>
        <p:nvSpPr>
          <p:cNvPr id="648" name="Google Shape;648;p37"/>
          <p:cNvSpPr txBox="1"/>
          <p:nvPr/>
        </p:nvSpPr>
        <p:spPr>
          <a:xfrm>
            <a:off x="159267" y="481246"/>
            <a:ext cx="2190900" cy="2955900"/>
          </a:xfrm>
          <a:prstGeom prst="rect">
            <a:avLst/>
          </a:prstGeom>
          <a:noFill/>
          <a:ln>
            <a:noFill/>
          </a:ln>
        </p:spPr>
        <p:txBody>
          <a:bodyPr anchorCtr="0" anchor="t" bIns="0" lIns="0" spcFirstLastPara="1" rIns="0" wrap="square" tIns="6975">
            <a:spAutoFit/>
          </a:bodyPr>
          <a:lstStyle/>
          <a:p>
            <a:pPr indent="0" lvl="0" marL="12700" marR="83185" rtl="0" algn="l">
              <a:lnSpc>
                <a:spcPct val="102600"/>
              </a:lnSpc>
              <a:spcBef>
                <a:spcPts val="0"/>
              </a:spcBef>
              <a:spcAft>
                <a:spcPts val="0"/>
              </a:spcAft>
              <a:buNone/>
            </a:pPr>
            <a:r>
              <a:rPr lang="en-US" sz="1100">
                <a:solidFill>
                  <a:schemeClr val="dk1"/>
                </a:solidFill>
                <a:latin typeface="Tahoma"/>
                <a:ea typeface="Tahoma"/>
                <a:cs typeface="Tahoma"/>
                <a:sym typeface="Tahoma"/>
              </a:rPr>
              <a:t>There are different types of patients  coming in. They will meet this  automated agent powered with  micro-phone and camera sensors.</a:t>
            </a:r>
            <a:endParaRPr sz="1100">
              <a:solidFill>
                <a:schemeClr val="dk1"/>
              </a:solidFill>
              <a:latin typeface="Tahoma"/>
              <a:ea typeface="Tahoma"/>
              <a:cs typeface="Tahoma"/>
              <a:sym typeface="Tahoma"/>
            </a:endParaRPr>
          </a:p>
          <a:p>
            <a:pPr indent="0" lvl="0" marL="12700" marR="5080" rtl="0" algn="l">
              <a:lnSpc>
                <a:spcPct val="102600"/>
              </a:lnSpc>
              <a:spcBef>
                <a:spcPts val="0"/>
              </a:spcBef>
              <a:spcAft>
                <a:spcPts val="0"/>
              </a:spcAft>
              <a:buNone/>
            </a:pPr>
            <a:r>
              <a:rPr lang="en-US" sz="1100">
                <a:solidFill>
                  <a:schemeClr val="dk1"/>
                </a:solidFill>
                <a:latin typeface="Tahoma"/>
                <a:ea typeface="Tahoma"/>
                <a:cs typeface="Tahoma"/>
                <a:sym typeface="Tahoma"/>
              </a:rPr>
              <a:t>The agent will be able to  communicate with the patients,  record their personal information and  symptoms and suggest doctors or  departments. Previous customers will  be remembered and their medical  history will be taken into  consideration. Design and develop  such an AI powered medical agent  and present your solution in a project  show in front of the investors.</a:t>
            </a:r>
            <a:endParaRPr sz="1100">
              <a:solidFill>
                <a:schemeClr val="dk1"/>
              </a:solidFill>
              <a:latin typeface="Tahoma"/>
              <a:ea typeface="Tahoma"/>
              <a:cs typeface="Tahoma"/>
              <a:sym typeface="Tahoma"/>
            </a:endParaRPr>
          </a:p>
        </p:txBody>
      </p:sp>
      <p:pic>
        <p:nvPicPr>
          <p:cNvPr id="649" name="Google Shape;649;p37"/>
          <p:cNvPicPr preferRelativeResize="0"/>
          <p:nvPr/>
        </p:nvPicPr>
        <p:blipFill rotWithShape="1">
          <a:blip r:embed="rId3">
            <a:alphaModFix/>
          </a:blip>
          <a:srcRect b="0" l="0" r="0" t="0"/>
          <a:stretch/>
        </p:blipFill>
        <p:spPr>
          <a:xfrm>
            <a:off x="2350185" y="935951"/>
            <a:ext cx="2165426" cy="2165426"/>
          </a:xfrm>
          <a:prstGeom prst="rect">
            <a:avLst/>
          </a:prstGeom>
          <a:noFill/>
          <a:ln>
            <a:noFill/>
          </a:ln>
        </p:spPr>
      </p:pic>
      <p:sp>
        <p:nvSpPr>
          <p:cNvPr id="650" name="Google Shape;650;p37"/>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651" name="Google Shape;651;p37"/>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38"/>
          <p:cNvSpPr txBox="1"/>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marR="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AI Powered Medical Agent</a:t>
            </a:r>
            <a:endParaRPr sz="1400">
              <a:solidFill>
                <a:schemeClr val="accent1"/>
              </a:solidFill>
              <a:latin typeface="Trebuchet MS"/>
              <a:ea typeface="Trebuchet MS"/>
              <a:cs typeface="Trebuchet MS"/>
              <a:sym typeface="Trebuchet MS"/>
            </a:endParaRPr>
          </a:p>
        </p:txBody>
      </p:sp>
      <p:pic>
        <p:nvPicPr>
          <p:cNvPr id="657" name="Google Shape;657;p38"/>
          <p:cNvPicPr preferRelativeResize="0"/>
          <p:nvPr/>
        </p:nvPicPr>
        <p:blipFill rotWithShape="1">
          <a:blip r:embed="rId3">
            <a:alphaModFix/>
          </a:blip>
          <a:srcRect b="0" l="0" r="0" t="0"/>
          <a:stretch/>
        </p:blipFill>
        <p:spPr>
          <a:xfrm>
            <a:off x="633730" y="871306"/>
            <a:ext cx="1082722" cy="2216698"/>
          </a:xfrm>
          <a:prstGeom prst="rect">
            <a:avLst/>
          </a:prstGeom>
          <a:noFill/>
          <a:ln>
            <a:noFill/>
          </a:ln>
        </p:spPr>
      </p:pic>
      <p:pic>
        <p:nvPicPr>
          <p:cNvPr id="658" name="Google Shape;658;p38"/>
          <p:cNvPicPr preferRelativeResize="0"/>
          <p:nvPr/>
        </p:nvPicPr>
        <p:blipFill rotWithShape="1">
          <a:blip r:embed="rId4">
            <a:alphaModFix/>
          </a:blip>
          <a:srcRect b="0" l="0" r="0" t="0"/>
          <a:stretch/>
        </p:blipFill>
        <p:spPr>
          <a:xfrm>
            <a:off x="2350185" y="883970"/>
            <a:ext cx="2165438" cy="2191372"/>
          </a:xfrm>
          <a:prstGeom prst="rect">
            <a:avLst/>
          </a:prstGeom>
          <a:noFill/>
          <a:ln>
            <a:noFill/>
          </a:ln>
        </p:spPr>
      </p:pic>
      <p:sp>
        <p:nvSpPr>
          <p:cNvPr id="659" name="Google Shape;659;p38"/>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660" name="Google Shape;660;p38"/>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39"/>
          <p:cNvSpPr txBox="1"/>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marR="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Mapping between PO-K-P-A</a:t>
            </a:r>
            <a:endParaRPr sz="1400">
              <a:solidFill>
                <a:schemeClr val="accent1"/>
              </a:solidFill>
              <a:latin typeface="Trebuchet MS"/>
              <a:ea typeface="Trebuchet MS"/>
              <a:cs typeface="Trebuchet MS"/>
              <a:sym typeface="Trebuchet MS"/>
            </a:endParaRPr>
          </a:p>
        </p:txBody>
      </p:sp>
      <p:pic>
        <p:nvPicPr>
          <p:cNvPr id="666" name="Google Shape;666;p39"/>
          <p:cNvPicPr preferRelativeResize="0"/>
          <p:nvPr/>
        </p:nvPicPr>
        <p:blipFill rotWithShape="1">
          <a:blip r:embed="rId3">
            <a:alphaModFix/>
          </a:blip>
          <a:srcRect b="0" l="0" r="0" t="0"/>
          <a:stretch/>
        </p:blipFill>
        <p:spPr>
          <a:xfrm>
            <a:off x="355104" y="684598"/>
            <a:ext cx="3897834" cy="2550637"/>
          </a:xfrm>
          <a:prstGeom prst="rect">
            <a:avLst/>
          </a:prstGeom>
          <a:noFill/>
          <a:ln>
            <a:noFill/>
          </a:ln>
        </p:spPr>
      </p:pic>
      <p:sp>
        <p:nvSpPr>
          <p:cNvPr id="667" name="Google Shape;667;p39"/>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668" name="Google Shape;668;p39"/>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40"/>
          <p:cNvSpPr txBox="1"/>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marR="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Mapping Example</a:t>
            </a:r>
            <a:endParaRPr sz="1400">
              <a:solidFill>
                <a:schemeClr val="accent1"/>
              </a:solidFill>
              <a:latin typeface="Trebuchet MS"/>
              <a:ea typeface="Trebuchet MS"/>
              <a:cs typeface="Trebuchet MS"/>
              <a:sym typeface="Trebuchet MS"/>
            </a:endParaRPr>
          </a:p>
        </p:txBody>
      </p:sp>
      <p:pic>
        <p:nvPicPr>
          <p:cNvPr id="674" name="Google Shape;674;p40"/>
          <p:cNvPicPr preferRelativeResize="0"/>
          <p:nvPr/>
        </p:nvPicPr>
        <p:blipFill rotWithShape="1">
          <a:blip r:embed="rId3">
            <a:alphaModFix/>
          </a:blip>
          <a:srcRect b="0" l="0" r="0" t="0"/>
          <a:stretch/>
        </p:blipFill>
        <p:spPr>
          <a:xfrm>
            <a:off x="138544" y="771310"/>
            <a:ext cx="4330830" cy="2333788"/>
          </a:xfrm>
          <a:prstGeom prst="rect">
            <a:avLst/>
          </a:prstGeom>
          <a:noFill/>
          <a:ln>
            <a:noFill/>
          </a:ln>
        </p:spPr>
      </p:pic>
      <p:sp>
        <p:nvSpPr>
          <p:cNvPr id="675" name="Google Shape;675;p40"/>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676" name="Google Shape;676;p40"/>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41"/>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Culmination - Design Projects</a:t>
            </a:r>
            <a:endParaRPr sz="1400">
              <a:solidFill>
                <a:schemeClr val="accent1"/>
              </a:solidFill>
              <a:latin typeface="Trebuchet MS"/>
              <a:ea typeface="Trebuchet MS"/>
              <a:cs typeface="Trebuchet MS"/>
              <a:sym typeface="Trebuchet MS"/>
            </a:endParaRPr>
          </a:p>
        </p:txBody>
      </p:sp>
      <p:pic>
        <p:nvPicPr>
          <p:cNvPr id="682" name="Google Shape;682;p41"/>
          <p:cNvPicPr preferRelativeResize="0"/>
          <p:nvPr/>
        </p:nvPicPr>
        <p:blipFill rotWithShape="1">
          <a:blip r:embed="rId3">
            <a:alphaModFix/>
          </a:blip>
          <a:srcRect b="0" l="0" r="0" t="0"/>
          <a:stretch/>
        </p:blipFill>
        <p:spPr>
          <a:xfrm>
            <a:off x="281089" y="688403"/>
            <a:ext cx="65265" cy="65265"/>
          </a:xfrm>
          <a:prstGeom prst="rect">
            <a:avLst/>
          </a:prstGeom>
          <a:noFill/>
          <a:ln>
            <a:noFill/>
          </a:ln>
        </p:spPr>
      </p:pic>
      <p:pic>
        <p:nvPicPr>
          <p:cNvPr id="683" name="Google Shape;683;p41"/>
          <p:cNvPicPr preferRelativeResize="0"/>
          <p:nvPr/>
        </p:nvPicPr>
        <p:blipFill rotWithShape="1">
          <a:blip r:embed="rId4">
            <a:alphaModFix/>
          </a:blip>
          <a:srcRect b="0" l="0" r="0" t="0"/>
          <a:stretch/>
        </p:blipFill>
        <p:spPr>
          <a:xfrm>
            <a:off x="570865" y="878205"/>
            <a:ext cx="52590" cy="52590"/>
          </a:xfrm>
          <a:prstGeom prst="rect">
            <a:avLst/>
          </a:prstGeom>
          <a:noFill/>
          <a:ln>
            <a:noFill/>
          </a:ln>
        </p:spPr>
      </p:pic>
      <p:pic>
        <p:nvPicPr>
          <p:cNvPr id="684" name="Google Shape;684;p41"/>
          <p:cNvPicPr preferRelativeResize="0"/>
          <p:nvPr/>
        </p:nvPicPr>
        <p:blipFill rotWithShape="1">
          <a:blip r:embed="rId4">
            <a:alphaModFix/>
          </a:blip>
          <a:srcRect b="0" l="0" r="0" t="0"/>
          <a:stretch/>
        </p:blipFill>
        <p:spPr>
          <a:xfrm>
            <a:off x="570865" y="1030046"/>
            <a:ext cx="52590" cy="52590"/>
          </a:xfrm>
          <a:prstGeom prst="rect">
            <a:avLst/>
          </a:prstGeom>
          <a:noFill/>
          <a:ln>
            <a:noFill/>
          </a:ln>
        </p:spPr>
      </p:pic>
      <p:pic>
        <p:nvPicPr>
          <p:cNvPr id="685" name="Google Shape;685;p41"/>
          <p:cNvPicPr preferRelativeResize="0"/>
          <p:nvPr/>
        </p:nvPicPr>
        <p:blipFill rotWithShape="1">
          <a:blip r:embed="rId4">
            <a:alphaModFix/>
          </a:blip>
          <a:srcRect b="0" l="0" r="0" t="0"/>
          <a:stretch/>
        </p:blipFill>
        <p:spPr>
          <a:xfrm>
            <a:off x="570865" y="1485531"/>
            <a:ext cx="52590" cy="52590"/>
          </a:xfrm>
          <a:prstGeom prst="rect">
            <a:avLst/>
          </a:prstGeom>
          <a:noFill/>
          <a:ln>
            <a:noFill/>
          </a:ln>
        </p:spPr>
      </p:pic>
      <p:pic>
        <p:nvPicPr>
          <p:cNvPr id="686" name="Google Shape;686;p41"/>
          <p:cNvPicPr preferRelativeResize="0"/>
          <p:nvPr/>
        </p:nvPicPr>
        <p:blipFill rotWithShape="1">
          <a:blip r:embed="rId4">
            <a:alphaModFix/>
          </a:blip>
          <a:srcRect b="0" l="0" r="0" t="0"/>
          <a:stretch/>
        </p:blipFill>
        <p:spPr>
          <a:xfrm>
            <a:off x="570865" y="1789188"/>
            <a:ext cx="52590" cy="52590"/>
          </a:xfrm>
          <a:prstGeom prst="rect">
            <a:avLst/>
          </a:prstGeom>
          <a:noFill/>
          <a:ln>
            <a:noFill/>
          </a:ln>
        </p:spPr>
      </p:pic>
      <p:pic>
        <p:nvPicPr>
          <p:cNvPr id="687" name="Google Shape;687;p41"/>
          <p:cNvPicPr preferRelativeResize="0"/>
          <p:nvPr/>
        </p:nvPicPr>
        <p:blipFill rotWithShape="1">
          <a:blip r:embed="rId3">
            <a:alphaModFix/>
          </a:blip>
          <a:srcRect b="0" l="0" r="0" t="0"/>
          <a:stretch/>
        </p:blipFill>
        <p:spPr>
          <a:xfrm>
            <a:off x="281089" y="2118144"/>
            <a:ext cx="65265" cy="65265"/>
          </a:xfrm>
          <a:prstGeom prst="rect">
            <a:avLst/>
          </a:prstGeom>
          <a:noFill/>
          <a:ln>
            <a:noFill/>
          </a:ln>
        </p:spPr>
      </p:pic>
      <p:pic>
        <p:nvPicPr>
          <p:cNvPr id="688" name="Google Shape;688;p41"/>
          <p:cNvPicPr preferRelativeResize="0"/>
          <p:nvPr/>
        </p:nvPicPr>
        <p:blipFill rotWithShape="1">
          <a:blip r:embed="rId4">
            <a:alphaModFix/>
          </a:blip>
          <a:srcRect b="0" l="0" r="0" t="0"/>
          <a:stretch/>
        </p:blipFill>
        <p:spPr>
          <a:xfrm>
            <a:off x="570865" y="2307945"/>
            <a:ext cx="52590" cy="52590"/>
          </a:xfrm>
          <a:prstGeom prst="rect">
            <a:avLst/>
          </a:prstGeom>
          <a:noFill/>
          <a:ln>
            <a:noFill/>
          </a:ln>
        </p:spPr>
      </p:pic>
      <p:pic>
        <p:nvPicPr>
          <p:cNvPr id="689" name="Google Shape;689;p41"/>
          <p:cNvPicPr preferRelativeResize="0"/>
          <p:nvPr/>
        </p:nvPicPr>
        <p:blipFill rotWithShape="1">
          <a:blip r:embed="rId4">
            <a:alphaModFix/>
          </a:blip>
          <a:srcRect b="0" l="0" r="0" t="0"/>
          <a:stretch/>
        </p:blipFill>
        <p:spPr>
          <a:xfrm>
            <a:off x="570865" y="2459774"/>
            <a:ext cx="52590" cy="52590"/>
          </a:xfrm>
          <a:prstGeom prst="rect">
            <a:avLst/>
          </a:prstGeom>
          <a:noFill/>
          <a:ln>
            <a:noFill/>
          </a:ln>
        </p:spPr>
      </p:pic>
      <p:pic>
        <p:nvPicPr>
          <p:cNvPr id="690" name="Google Shape;690;p41"/>
          <p:cNvPicPr preferRelativeResize="0"/>
          <p:nvPr/>
        </p:nvPicPr>
        <p:blipFill rotWithShape="1">
          <a:blip r:embed="rId5">
            <a:alphaModFix/>
          </a:blip>
          <a:srcRect b="0" l="0" r="0" t="0"/>
          <a:stretch/>
        </p:blipFill>
        <p:spPr>
          <a:xfrm>
            <a:off x="570865" y="2915272"/>
            <a:ext cx="52590" cy="52590"/>
          </a:xfrm>
          <a:prstGeom prst="rect">
            <a:avLst/>
          </a:prstGeom>
          <a:noFill/>
          <a:ln>
            <a:noFill/>
          </a:ln>
        </p:spPr>
      </p:pic>
      <p:sp>
        <p:nvSpPr>
          <p:cNvPr id="691" name="Google Shape;691;p41"/>
          <p:cNvSpPr txBox="1"/>
          <p:nvPr/>
        </p:nvSpPr>
        <p:spPr>
          <a:xfrm>
            <a:off x="433975" y="475600"/>
            <a:ext cx="4174200" cy="2711400"/>
          </a:xfrm>
          <a:prstGeom prst="rect">
            <a:avLst/>
          </a:prstGeom>
          <a:noFill/>
          <a:ln>
            <a:noFill/>
          </a:ln>
        </p:spPr>
        <p:txBody>
          <a:bodyPr anchorCtr="0" anchor="t" bIns="0" lIns="0" spcFirstLastPara="1" rIns="0" wrap="square" tIns="36175">
            <a:spAutoFit/>
          </a:bodyPr>
          <a:lstStyle/>
          <a:p>
            <a:pPr indent="0" lvl="0" marL="12700" marR="0" rtl="0" algn="l">
              <a:lnSpc>
                <a:spcPct val="100000"/>
              </a:lnSpc>
              <a:spcBef>
                <a:spcPts val="0"/>
              </a:spcBef>
              <a:spcAft>
                <a:spcPts val="0"/>
              </a:spcAft>
              <a:buNone/>
            </a:pPr>
            <a:r>
              <a:rPr lang="en-US" sz="1000">
                <a:solidFill>
                  <a:schemeClr val="dk1"/>
                </a:solidFill>
                <a:latin typeface="Tahoma"/>
                <a:ea typeface="Tahoma"/>
                <a:cs typeface="Tahoma"/>
                <a:sym typeface="Tahoma"/>
              </a:rPr>
              <a:t>Industry-based Integrated Design Project</a:t>
            </a:r>
            <a:endParaRPr sz="1000">
              <a:solidFill>
                <a:schemeClr val="dk1"/>
              </a:solidFill>
              <a:latin typeface="Tahoma"/>
              <a:ea typeface="Tahoma"/>
              <a:cs typeface="Tahoma"/>
              <a:sym typeface="Tahoma"/>
            </a:endParaRPr>
          </a:p>
          <a:p>
            <a:pPr indent="0" lvl="0" marL="289560" marR="0" rtl="0" algn="l">
              <a:lnSpc>
                <a:spcPct val="120000"/>
              </a:lnSpc>
              <a:spcBef>
                <a:spcPts val="175"/>
              </a:spcBef>
              <a:spcAft>
                <a:spcPts val="0"/>
              </a:spcAft>
              <a:buNone/>
            </a:pPr>
            <a:r>
              <a:rPr lang="en-US" sz="900">
                <a:solidFill>
                  <a:schemeClr val="dk1"/>
                </a:solidFill>
                <a:latin typeface="Tahoma"/>
                <a:ea typeface="Tahoma"/>
                <a:cs typeface="Tahoma"/>
                <a:sym typeface="Tahoma"/>
              </a:rPr>
              <a:t>Employed Problem-Based Learning teaching method</a:t>
            </a:r>
            <a:endParaRPr sz="900">
              <a:solidFill>
                <a:schemeClr val="dk1"/>
              </a:solidFill>
              <a:latin typeface="Tahoma"/>
              <a:ea typeface="Tahoma"/>
              <a:cs typeface="Tahoma"/>
              <a:sym typeface="Tahoma"/>
            </a:endParaRPr>
          </a:p>
          <a:p>
            <a:pPr indent="0" lvl="0" marL="289560" marR="142875" rtl="0" algn="l">
              <a:lnSpc>
                <a:spcPct val="120000"/>
              </a:lnSpc>
              <a:spcBef>
                <a:spcPts val="40"/>
              </a:spcBef>
              <a:spcAft>
                <a:spcPts val="0"/>
              </a:spcAft>
              <a:buNone/>
            </a:pPr>
            <a:r>
              <a:rPr lang="en-US" sz="900">
                <a:solidFill>
                  <a:schemeClr val="dk1"/>
                </a:solidFill>
                <a:latin typeface="Tahoma"/>
                <a:ea typeface="Tahoma"/>
                <a:cs typeface="Tahoma"/>
                <a:sym typeface="Tahoma"/>
              </a:rPr>
              <a:t>Provides students opportunity to apply their skills and knowledge  toward developing a robust understanding of what it means to be an  engineer</a:t>
            </a:r>
            <a:endParaRPr sz="900">
              <a:solidFill>
                <a:schemeClr val="dk1"/>
              </a:solidFill>
              <a:latin typeface="Tahoma"/>
              <a:ea typeface="Tahoma"/>
              <a:cs typeface="Tahoma"/>
              <a:sym typeface="Tahoma"/>
            </a:endParaRPr>
          </a:p>
          <a:p>
            <a:pPr indent="0" lvl="0" marL="289560" marR="0" rtl="0" algn="l">
              <a:lnSpc>
                <a:spcPct val="114500"/>
              </a:lnSpc>
              <a:spcBef>
                <a:spcPts val="0"/>
              </a:spcBef>
              <a:spcAft>
                <a:spcPts val="0"/>
              </a:spcAft>
              <a:buNone/>
            </a:pPr>
            <a:r>
              <a:rPr lang="en-US" sz="900">
                <a:solidFill>
                  <a:schemeClr val="dk1"/>
                </a:solidFill>
                <a:latin typeface="Tahoma"/>
                <a:ea typeface="Tahoma"/>
                <a:cs typeface="Tahoma"/>
                <a:sym typeface="Tahoma"/>
              </a:rPr>
              <a:t>Supports students to make transition from classroom-based activities</a:t>
            </a:r>
            <a:endParaRPr sz="900">
              <a:solidFill>
                <a:schemeClr val="dk1"/>
              </a:solidFill>
              <a:latin typeface="Tahoma"/>
              <a:ea typeface="Tahoma"/>
              <a:cs typeface="Tahoma"/>
              <a:sym typeface="Tahoma"/>
            </a:endParaRPr>
          </a:p>
          <a:p>
            <a:pPr indent="0" lvl="0" marL="289560" marR="0" rtl="0" algn="l">
              <a:lnSpc>
                <a:spcPct val="119500"/>
              </a:lnSpc>
              <a:spcBef>
                <a:spcPts val="0"/>
              </a:spcBef>
              <a:spcAft>
                <a:spcPts val="0"/>
              </a:spcAft>
              <a:buNone/>
            </a:pPr>
            <a:r>
              <a:rPr lang="en-US" sz="900">
                <a:solidFill>
                  <a:schemeClr val="dk1"/>
                </a:solidFill>
                <a:latin typeface="Tahoma"/>
                <a:ea typeface="Tahoma"/>
                <a:cs typeface="Tahoma"/>
                <a:sym typeface="Tahoma"/>
              </a:rPr>
              <a:t>to professional communities of practices</a:t>
            </a:r>
            <a:endParaRPr sz="900">
              <a:solidFill>
                <a:schemeClr val="dk1"/>
              </a:solidFill>
              <a:latin typeface="Tahoma"/>
              <a:ea typeface="Tahoma"/>
              <a:cs typeface="Tahoma"/>
              <a:sym typeface="Tahoma"/>
            </a:endParaRPr>
          </a:p>
          <a:p>
            <a:pPr indent="0" lvl="0" marL="289560" marR="29209" rtl="0" algn="l">
              <a:lnSpc>
                <a:spcPct val="120000"/>
              </a:lnSpc>
              <a:spcBef>
                <a:spcPts val="35"/>
              </a:spcBef>
              <a:spcAft>
                <a:spcPts val="0"/>
              </a:spcAft>
              <a:buNone/>
            </a:pPr>
            <a:r>
              <a:rPr lang="en-US" sz="900">
                <a:solidFill>
                  <a:schemeClr val="dk1"/>
                </a:solidFill>
                <a:latin typeface="Tahoma"/>
                <a:ea typeface="Tahoma"/>
                <a:cs typeface="Tahoma"/>
                <a:sym typeface="Tahoma"/>
              </a:rPr>
              <a:t>Working with a supervisor from the industry in a type of collaboration,  students are challenged with a real-world problem.</a:t>
            </a:r>
            <a:endParaRPr sz="900">
              <a:solidFill>
                <a:schemeClr val="dk1"/>
              </a:solidFill>
              <a:latin typeface="Tahoma"/>
              <a:ea typeface="Tahoma"/>
              <a:cs typeface="Tahoma"/>
              <a:sym typeface="Tahoma"/>
            </a:endParaRPr>
          </a:p>
          <a:p>
            <a:pPr indent="0" lvl="0" marL="12700" marR="0" rtl="0" algn="l">
              <a:lnSpc>
                <a:spcPct val="100000"/>
              </a:lnSpc>
              <a:spcBef>
                <a:spcPts val="150"/>
              </a:spcBef>
              <a:spcAft>
                <a:spcPts val="0"/>
              </a:spcAft>
              <a:buNone/>
            </a:pPr>
            <a:r>
              <a:rPr lang="en-US" sz="1000">
                <a:solidFill>
                  <a:schemeClr val="dk1"/>
                </a:solidFill>
                <a:latin typeface="Tahoma"/>
                <a:ea typeface="Tahoma"/>
                <a:cs typeface="Tahoma"/>
                <a:sym typeface="Tahoma"/>
              </a:rPr>
              <a:t>Final Year Project</a:t>
            </a:r>
            <a:endParaRPr sz="1000">
              <a:solidFill>
                <a:schemeClr val="dk1"/>
              </a:solidFill>
              <a:latin typeface="Tahoma"/>
              <a:ea typeface="Tahoma"/>
              <a:cs typeface="Tahoma"/>
              <a:sym typeface="Tahoma"/>
            </a:endParaRPr>
          </a:p>
          <a:p>
            <a:pPr indent="0" lvl="0" marL="289560" marR="0" rtl="0" algn="l">
              <a:lnSpc>
                <a:spcPct val="120000"/>
              </a:lnSpc>
              <a:spcBef>
                <a:spcPts val="175"/>
              </a:spcBef>
              <a:spcAft>
                <a:spcPts val="0"/>
              </a:spcAft>
              <a:buNone/>
            </a:pPr>
            <a:r>
              <a:rPr lang="en-US" sz="900">
                <a:solidFill>
                  <a:schemeClr val="dk1"/>
                </a:solidFill>
                <a:latin typeface="Tahoma"/>
                <a:ea typeface="Tahoma"/>
                <a:cs typeface="Tahoma"/>
                <a:sym typeface="Tahoma"/>
              </a:rPr>
              <a:t>Commonly known as research project</a:t>
            </a:r>
            <a:endParaRPr sz="900">
              <a:solidFill>
                <a:schemeClr val="dk1"/>
              </a:solidFill>
              <a:latin typeface="Tahoma"/>
              <a:ea typeface="Tahoma"/>
              <a:cs typeface="Tahoma"/>
              <a:sym typeface="Tahoma"/>
            </a:endParaRPr>
          </a:p>
          <a:p>
            <a:pPr indent="0" lvl="0" marL="289560" marR="70485" rtl="0" algn="l">
              <a:lnSpc>
                <a:spcPct val="120000"/>
              </a:lnSpc>
              <a:spcBef>
                <a:spcPts val="40"/>
              </a:spcBef>
              <a:spcAft>
                <a:spcPts val="0"/>
              </a:spcAft>
              <a:buNone/>
            </a:pPr>
            <a:r>
              <a:rPr lang="en-US" sz="900">
                <a:solidFill>
                  <a:schemeClr val="dk1"/>
                </a:solidFill>
                <a:latin typeface="Tahoma"/>
                <a:ea typeface="Tahoma"/>
                <a:cs typeface="Tahoma"/>
                <a:sym typeface="Tahoma"/>
              </a:rPr>
              <a:t>Best means of introducing an investigative research-oriented approach  to engineering studies and sourcing of knowledge externally from the  real-world</a:t>
            </a:r>
            <a:endParaRPr sz="900">
              <a:solidFill>
                <a:schemeClr val="dk1"/>
              </a:solidFill>
              <a:latin typeface="Tahoma"/>
              <a:ea typeface="Tahoma"/>
              <a:cs typeface="Tahoma"/>
              <a:sym typeface="Tahoma"/>
            </a:endParaRPr>
          </a:p>
          <a:p>
            <a:pPr indent="0" lvl="0" marL="289560" marR="0" rtl="0" algn="l">
              <a:lnSpc>
                <a:spcPct val="114500"/>
              </a:lnSpc>
              <a:spcBef>
                <a:spcPts val="0"/>
              </a:spcBef>
              <a:spcAft>
                <a:spcPts val="0"/>
              </a:spcAft>
              <a:buNone/>
            </a:pPr>
            <a:r>
              <a:rPr lang="en-US" sz="900">
                <a:solidFill>
                  <a:schemeClr val="dk1"/>
                </a:solidFill>
                <a:latin typeface="Tahoma"/>
                <a:ea typeface="Tahoma"/>
                <a:cs typeface="Tahoma"/>
                <a:sym typeface="Tahoma"/>
              </a:rPr>
              <a:t>Involves review of open research literature which challenges students to</a:t>
            </a:r>
            <a:endParaRPr sz="900">
              <a:solidFill>
                <a:schemeClr val="dk1"/>
              </a:solidFill>
              <a:latin typeface="Tahoma"/>
              <a:ea typeface="Tahoma"/>
              <a:cs typeface="Tahoma"/>
              <a:sym typeface="Tahoma"/>
            </a:endParaRPr>
          </a:p>
          <a:p>
            <a:pPr indent="0" lvl="0" marL="289560" marR="306070" rtl="0" algn="l">
              <a:lnSpc>
                <a:spcPct val="120000"/>
              </a:lnSpc>
              <a:spcBef>
                <a:spcPts val="35"/>
              </a:spcBef>
              <a:spcAft>
                <a:spcPts val="0"/>
              </a:spcAft>
              <a:buNone/>
            </a:pPr>
            <a:r>
              <a:rPr lang="en-US" sz="900">
                <a:solidFill>
                  <a:schemeClr val="dk1"/>
                </a:solidFill>
                <a:latin typeface="Tahoma"/>
                <a:ea typeface="Tahoma"/>
                <a:cs typeface="Tahoma"/>
                <a:sym typeface="Tahoma"/>
              </a:rPr>
              <a:t>interpret new information, perform critical analysis, form personal  opinions and judgements, and learn independently</a:t>
            </a:r>
            <a:endParaRPr sz="900">
              <a:solidFill>
                <a:schemeClr val="dk1"/>
              </a:solidFill>
              <a:latin typeface="Tahoma"/>
              <a:ea typeface="Tahoma"/>
              <a:cs typeface="Tahoma"/>
              <a:sym typeface="Tahoma"/>
            </a:endParaRPr>
          </a:p>
        </p:txBody>
      </p:sp>
      <p:sp>
        <p:nvSpPr>
          <p:cNvPr id="692" name="Google Shape;692;p41"/>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693" name="Google Shape;693;p41"/>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42"/>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Final year design project</a:t>
            </a:r>
            <a:endParaRPr sz="1400">
              <a:solidFill>
                <a:schemeClr val="accent1"/>
              </a:solidFill>
              <a:latin typeface="Trebuchet MS"/>
              <a:ea typeface="Trebuchet MS"/>
              <a:cs typeface="Trebuchet MS"/>
              <a:sym typeface="Trebuchet MS"/>
            </a:endParaRPr>
          </a:p>
        </p:txBody>
      </p:sp>
      <p:pic>
        <p:nvPicPr>
          <p:cNvPr id="699" name="Google Shape;699;p42"/>
          <p:cNvPicPr preferRelativeResize="0"/>
          <p:nvPr/>
        </p:nvPicPr>
        <p:blipFill rotWithShape="1">
          <a:blip r:embed="rId3">
            <a:alphaModFix/>
          </a:blip>
          <a:srcRect b="0" l="0" r="0" t="0"/>
          <a:stretch/>
        </p:blipFill>
        <p:spPr>
          <a:xfrm>
            <a:off x="281089" y="911085"/>
            <a:ext cx="65265" cy="65265"/>
          </a:xfrm>
          <a:prstGeom prst="rect">
            <a:avLst/>
          </a:prstGeom>
          <a:noFill/>
          <a:ln>
            <a:noFill/>
          </a:ln>
        </p:spPr>
      </p:pic>
      <p:pic>
        <p:nvPicPr>
          <p:cNvPr id="700" name="Google Shape;700;p42"/>
          <p:cNvPicPr preferRelativeResize="0"/>
          <p:nvPr/>
        </p:nvPicPr>
        <p:blipFill rotWithShape="1">
          <a:blip r:embed="rId4">
            <a:alphaModFix/>
          </a:blip>
          <a:srcRect b="0" l="0" r="0" t="0"/>
          <a:stretch/>
        </p:blipFill>
        <p:spPr>
          <a:xfrm>
            <a:off x="570865" y="1100899"/>
            <a:ext cx="52590" cy="52590"/>
          </a:xfrm>
          <a:prstGeom prst="rect">
            <a:avLst/>
          </a:prstGeom>
          <a:noFill/>
          <a:ln>
            <a:noFill/>
          </a:ln>
        </p:spPr>
      </p:pic>
      <p:pic>
        <p:nvPicPr>
          <p:cNvPr id="701" name="Google Shape;701;p42"/>
          <p:cNvPicPr preferRelativeResize="0"/>
          <p:nvPr/>
        </p:nvPicPr>
        <p:blipFill rotWithShape="1">
          <a:blip r:embed="rId5">
            <a:alphaModFix/>
          </a:blip>
          <a:srcRect b="0" l="0" r="0" t="0"/>
          <a:stretch/>
        </p:blipFill>
        <p:spPr>
          <a:xfrm>
            <a:off x="570865" y="1252728"/>
            <a:ext cx="52590" cy="52590"/>
          </a:xfrm>
          <a:prstGeom prst="rect">
            <a:avLst/>
          </a:prstGeom>
          <a:noFill/>
          <a:ln>
            <a:noFill/>
          </a:ln>
        </p:spPr>
      </p:pic>
      <p:pic>
        <p:nvPicPr>
          <p:cNvPr id="702" name="Google Shape;702;p42"/>
          <p:cNvPicPr preferRelativeResize="0"/>
          <p:nvPr/>
        </p:nvPicPr>
        <p:blipFill rotWithShape="1">
          <a:blip r:embed="rId6">
            <a:alphaModFix/>
          </a:blip>
          <a:srcRect b="0" l="0" r="0" t="0"/>
          <a:stretch/>
        </p:blipFill>
        <p:spPr>
          <a:xfrm>
            <a:off x="570865" y="1404556"/>
            <a:ext cx="52590" cy="52590"/>
          </a:xfrm>
          <a:prstGeom prst="rect">
            <a:avLst/>
          </a:prstGeom>
          <a:noFill/>
          <a:ln>
            <a:noFill/>
          </a:ln>
        </p:spPr>
      </p:pic>
      <p:pic>
        <p:nvPicPr>
          <p:cNvPr id="703" name="Google Shape;703;p42"/>
          <p:cNvPicPr preferRelativeResize="0"/>
          <p:nvPr/>
        </p:nvPicPr>
        <p:blipFill rotWithShape="1">
          <a:blip r:embed="rId6">
            <a:alphaModFix/>
          </a:blip>
          <a:srcRect b="0" l="0" r="0" t="0"/>
          <a:stretch/>
        </p:blipFill>
        <p:spPr>
          <a:xfrm>
            <a:off x="570865" y="1556385"/>
            <a:ext cx="52590" cy="52590"/>
          </a:xfrm>
          <a:prstGeom prst="rect">
            <a:avLst/>
          </a:prstGeom>
          <a:noFill/>
          <a:ln>
            <a:noFill/>
          </a:ln>
        </p:spPr>
      </p:pic>
      <p:pic>
        <p:nvPicPr>
          <p:cNvPr id="704" name="Google Shape;704;p42"/>
          <p:cNvPicPr preferRelativeResize="0"/>
          <p:nvPr/>
        </p:nvPicPr>
        <p:blipFill rotWithShape="1">
          <a:blip r:embed="rId7">
            <a:alphaModFix/>
          </a:blip>
          <a:srcRect b="0" l="0" r="0" t="0"/>
          <a:stretch/>
        </p:blipFill>
        <p:spPr>
          <a:xfrm>
            <a:off x="281089" y="1733499"/>
            <a:ext cx="65265" cy="65265"/>
          </a:xfrm>
          <a:prstGeom prst="rect">
            <a:avLst/>
          </a:prstGeom>
          <a:noFill/>
          <a:ln>
            <a:noFill/>
          </a:ln>
        </p:spPr>
      </p:pic>
      <p:pic>
        <p:nvPicPr>
          <p:cNvPr id="705" name="Google Shape;705;p42"/>
          <p:cNvPicPr preferRelativeResize="0"/>
          <p:nvPr/>
        </p:nvPicPr>
        <p:blipFill rotWithShape="1">
          <a:blip r:embed="rId5">
            <a:alphaModFix/>
          </a:blip>
          <a:srcRect b="0" l="0" r="0" t="0"/>
          <a:stretch/>
        </p:blipFill>
        <p:spPr>
          <a:xfrm>
            <a:off x="570865" y="1923313"/>
            <a:ext cx="52590" cy="52590"/>
          </a:xfrm>
          <a:prstGeom prst="rect">
            <a:avLst/>
          </a:prstGeom>
          <a:noFill/>
          <a:ln>
            <a:noFill/>
          </a:ln>
        </p:spPr>
      </p:pic>
      <p:pic>
        <p:nvPicPr>
          <p:cNvPr id="706" name="Google Shape;706;p42"/>
          <p:cNvPicPr preferRelativeResize="0"/>
          <p:nvPr/>
        </p:nvPicPr>
        <p:blipFill rotWithShape="1">
          <a:blip r:embed="rId5">
            <a:alphaModFix/>
          </a:blip>
          <a:srcRect b="0" l="0" r="0" t="0"/>
          <a:stretch/>
        </p:blipFill>
        <p:spPr>
          <a:xfrm>
            <a:off x="570865" y="2075141"/>
            <a:ext cx="52590" cy="52590"/>
          </a:xfrm>
          <a:prstGeom prst="rect">
            <a:avLst/>
          </a:prstGeom>
          <a:noFill/>
          <a:ln>
            <a:noFill/>
          </a:ln>
        </p:spPr>
      </p:pic>
      <p:pic>
        <p:nvPicPr>
          <p:cNvPr id="707" name="Google Shape;707;p42"/>
          <p:cNvPicPr preferRelativeResize="0"/>
          <p:nvPr/>
        </p:nvPicPr>
        <p:blipFill rotWithShape="1">
          <a:blip r:embed="rId5">
            <a:alphaModFix/>
          </a:blip>
          <a:srcRect b="0" l="0" r="0" t="0"/>
          <a:stretch/>
        </p:blipFill>
        <p:spPr>
          <a:xfrm>
            <a:off x="570865" y="2214321"/>
            <a:ext cx="52590" cy="52590"/>
          </a:xfrm>
          <a:prstGeom prst="rect">
            <a:avLst/>
          </a:prstGeom>
          <a:noFill/>
          <a:ln>
            <a:noFill/>
          </a:ln>
        </p:spPr>
      </p:pic>
      <p:pic>
        <p:nvPicPr>
          <p:cNvPr id="708" name="Google Shape;708;p42"/>
          <p:cNvPicPr preferRelativeResize="0"/>
          <p:nvPr/>
        </p:nvPicPr>
        <p:blipFill rotWithShape="1">
          <a:blip r:embed="rId5">
            <a:alphaModFix/>
          </a:blip>
          <a:srcRect b="0" l="0" r="0" t="0"/>
          <a:stretch/>
        </p:blipFill>
        <p:spPr>
          <a:xfrm>
            <a:off x="847966" y="2378798"/>
            <a:ext cx="52590" cy="52590"/>
          </a:xfrm>
          <a:prstGeom prst="rect">
            <a:avLst/>
          </a:prstGeom>
          <a:noFill/>
          <a:ln>
            <a:noFill/>
          </a:ln>
        </p:spPr>
      </p:pic>
      <p:pic>
        <p:nvPicPr>
          <p:cNvPr id="709" name="Google Shape;709;p42"/>
          <p:cNvPicPr preferRelativeResize="0"/>
          <p:nvPr/>
        </p:nvPicPr>
        <p:blipFill rotWithShape="1">
          <a:blip r:embed="rId5">
            <a:alphaModFix/>
          </a:blip>
          <a:srcRect b="0" l="0" r="0" t="0"/>
          <a:stretch/>
        </p:blipFill>
        <p:spPr>
          <a:xfrm>
            <a:off x="847966" y="2517978"/>
            <a:ext cx="52590" cy="52590"/>
          </a:xfrm>
          <a:prstGeom prst="rect">
            <a:avLst/>
          </a:prstGeom>
          <a:noFill/>
          <a:ln>
            <a:noFill/>
          </a:ln>
        </p:spPr>
      </p:pic>
      <p:pic>
        <p:nvPicPr>
          <p:cNvPr id="710" name="Google Shape;710;p42"/>
          <p:cNvPicPr preferRelativeResize="0"/>
          <p:nvPr/>
        </p:nvPicPr>
        <p:blipFill rotWithShape="1">
          <a:blip r:embed="rId8">
            <a:alphaModFix/>
          </a:blip>
          <a:srcRect b="0" l="0" r="0" t="0"/>
          <a:stretch/>
        </p:blipFill>
        <p:spPr>
          <a:xfrm>
            <a:off x="281089" y="2695092"/>
            <a:ext cx="65265" cy="65265"/>
          </a:xfrm>
          <a:prstGeom prst="rect">
            <a:avLst/>
          </a:prstGeom>
          <a:noFill/>
          <a:ln>
            <a:noFill/>
          </a:ln>
        </p:spPr>
      </p:pic>
      <p:pic>
        <p:nvPicPr>
          <p:cNvPr id="711" name="Google Shape;711;p42"/>
          <p:cNvPicPr preferRelativeResize="0"/>
          <p:nvPr/>
        </p:nvPicPr>
        <p:blipFill rotWithShape="1">
          <a:blip r:embed="rId5">
            <a:alphaModFix/>
          </a:blip>
          <a:srcRect b="0" l="0" r="0" t="0"/>
          <a:stretch/>
        </p:blipFill>
        <p:spPr>
          <a:xfrm>
            <a:off x="570865" y="2884906"/>
            <a:ext cx="52590" cy="52590"/>
          </a:xfrm>
          <a:prstGeom prst="rect">
            <a:avLst/>
          </a:prstGeom>
          <a:noFill/>
          <a:ln>
            <a:noFill/>
          </a:ln>
        </p:spPr>
      </p:pic>
      <p:sp>
        <p:nvSpPr>
          <p:cNvPr id="712" name="Google Shape;712;p42"/>
          <p:cNvSpPr txBox="1"/>
          <p:nvPr/>
        </p:nvSpPr>
        <p:spPr>
          <a:xfrm>
            <a:off x="449450" y="782900"/>
            <a:ext cx="3947100" cy="2333400"/>
          </a:xfrm>
          <a:prstGeom prst="rect">
            <a:avLst/>
          </a:prstGeom>
          <a:noFill/>
          <a:ln>
            <a:noFill/>
          </a:ln>
        </p:spPr>
        <p:txBody>
          <a:bodyPr anchorCtr="0" anchor="t" bIns="0" lIns="0" spcFirstLastPara="1" rIns="0" wrap="square" tIns="36175">
            <a:spAutoFit/>
          </a:bodyPr>
          <a:lstStyle/>
          <a:p>
            <a:pPr indent="0" lvl="0" marL="12700" marR="0" rtl="0" algn="l">
              <a:lnSpc>
                <a:spcPct val="100000"/>
              </a:lnSpc>
              <a:spcBef>
                <a:spcPts val="0"/>
              </a:spcBef>
              <a:spcAft>
                <a:spcPts val="0"/>
              </a:spcAft>
              <a:buNone/>
            </a:pPr>
            <a:r>
              <a:rPr lang="en-US" sz="1100">
                <a:solidFill>
                  <a:schemeClr val="dk1"/>
                </a:solidFill>
                <a:latin typeface="Tahoma"/>
                <a:ea typeface="Tahoma"/>
                <a:cs typeface="Tahoma"/>
                <a:sym typeface="Tahoma"/>
              </a:rPr>
              <a:t>FYDP-I</a:t>
            </a:r>
            <a:endParaRPr sz="1100">
              <a:solidFill>
                <a:schemeClr val="dk1"/>
              </a:solidFill>
              <a:latin typeface="Tahoma"/>
              <a:ea typeface="Tahoma"/>
              <a:cs typeface="Tahoma"/>
              <a:sym typeface="Tahoma"/>
            </a:endParaRPr>
          </a:p>
          <a:p>
            <a:pPr indent="0" lvl="0" marL="289560" marR="1596390" rtl="0" algn="l">
              <a:lnSpc>
                <a:spcPct val="100000"/>
              </a:lnSpc>
              <a:spcBef>
                <a:spcPts val="175"/>
              </a:spcBef>
              <a:spcAft>
                <a:spcPts val="0"/>
              </a:spcAft>
              <a:buNone/>
            </a:pPr>
            <a:r>
              <a:rPr lang="en-US" sz="1000">
                <a:solidFill>
                  <a:schemeClr val="dk1"/>
                </a:solidFill>
                <a:latin typeface="Tahoma"/>
                <a:ea typeface="Tahoma"/>
                <a:cs typeface="Tahoma"/>
                <a:sym typeface="Tahoma"/>
              </a:rPr>
              <a:t>Introduction: Problem Statement  Literature Review</a:t>
            </a:r>
            <a:endParaRPr sz="1000">
              <a:solidFill>
                <a:schemeClr val="dk1"/>
              </a:solidFill>
              <a:latin typeface="Tahoma"/>
              <a:ea typeface="Tahoma"/>
              <a:cs typeface="Tahoma"/>
              <a:sym typeface="Tahoma"/>
            </a:endParaRPr>
          </a:p>
          <a:p>
            <a:pPr indent="0" lvl="0" marL="289560" marR="943610" rtl="0" algn="l">
              <a:lnSpc>
                <a:spcPct val="120000"/>
              </a:lnSpc>
              <a:spcBef>
                <a:spcPts val="35"/>
              </a:spcBef>
              <a:spcAft>
                <a:spcPts val="0"/>
              </a:spcAft>
              <a:buNone/>
            </a:pPr>
            <a:r>
              <a:rPr lang="en-US" sz="1000">
                <a:solidFill>
                  <a:schemeClr val="dk1"/>
                </a:solidFill>
                <a:latin typeface="Tahoma"/>
                <a:ea typeface="Tahoma"/>
                <a:cs typeface="Tahoma"/>
                <a:sym typeface="Tahoma"/>
              </a:rPr>
              <a:t>Requirement Analysis and Defining Outcomes  Project Planning: Timelines, Budget, etc.</a:t>
            </a:r>
            <a:endParaRPr sz="1000">
              <a:solidFill>
                <a:schemeClr val="dk1"/>
              </a:solidFill>
              <a:latin typeface="Tahoma"/>
              <a:ea typeface="Tahoma"/>
              <a:cs typeface="Tahoma"/>
              <a:sym typeface="Tahoma"/>
            </a:endParaRPr>
          </a:p>
          <a:p>
            <a:pPr indent="0" lvl="0" marL="12700" marR="0" rtl="0" algn="l">
              <a:lnSpc>
                <a:spcPct val="100000"/>
              </a:lnSpc>
              <a:spcBef>
                <a:spcPts val="150"/>
              </a:spcBef>
              <a:spcAft>
                <a:spcPts val="0"/>
              </a:spcAft>
              <a:buNone/>
            </a:pPr>
            <a:r>
              <a:rPr lang="en-US" sz="1100">
                <a:solidFill>
                  <a:schemeClr val="dk1"/>
                </a:solidFill>
                <a:latin typeface="Tahoma"/>
                <a:ea typeface="Tahoma"/>
                <a:cs typeface="Tahoma"/>
                <a:sym typeface="Tahoma"/>
              </a:rPr>
              <a:t>FYDP-II</a:t>
            </a:r>
            <a:endParaRPr sz="1100">
              <a:solidFill>
                <a:schemeClr val="dk1"/>
              </a:solidFill>
              <a:latin typeface="Tahoma"/>
              <a:ea typeface="Tahoma"/>
              <a:cs typeface="Tahoma"/>
              <a:sym typeface="Tahoma"/>
            </a:endParaRPr>
          </a:p>
          <a:p>
            <a:pPr indent="0" lvl="0" marL="289560" marR="0" rtl="0" algn="l">
              <a:lnSpc>
                <a:spcPct val="120000"/>
              </a:lnSpc>
              <a:spcBef>
                <a:spcPts val="170"/>
              </a:spcBef>
              <a:spcAft>
                <a:spcPts val="0"/>
              </a:spcAft>
              <a:buNone/>
            </a:pPr>
            <a:r>
              <a:rPr lang="en-US" sz="1000">
                <a:solidFill>
                  <a:schemeClr val="dk1"/>
                </a:solidFill>
                <a:latin typeface="Tahoma"/>
                <a:ea typeface="Tahoma"/>
                <a:cs typeface="Tahoma"/>
                <a:sym typeface="Tahoma"/>
              </a:rPr>
              <a:t>Proposed Design</a:t>
            </a:r>
            <a:endParaRPr sz="1000">
              <a:solidFill>
                <a:schemeClr val="dk1"/>
              </a:solidFill>
              <a:latin typeface="Tahoma"/>
              <a:ea typeface="Tahoma"/>
              <a:cs typeface="Tahoma"/>
              <a:sym typeface="Tahoma"/>
            </a:endParaRPr>
          </a:p>
          <a:p>
            <a:pPr indent="0" lvl="0" marL="289560" marR="1379220" rtl="0" algn="l">
              <a:lnSpc>
                <a:spcPct val="110000"/>
              </a:lnSpc>
              <a:spcBef>
                <a:spcPts val="120"/>
              </a:spcBef>
              <a:spcAft>
                <a:spcPts val="0"/>
              </a:spcAft>
              <a:buNone/>
            </a:pPr>
            <a:r>
              <a:rPr lang="en-US" sz="1000">
                <a:solidFill>
                  <a:schemeClr val="dk1"/>
                </a:solidFill>
                <a:latin typeface="Tahoma"/>
                <a:ea typeface="Tahoma"/>
                <a:cs typeface="Tahoma"/>
                <a:sym typeface="Tahoma"/>
              </a:rPr>
              <a:t>Testing, Implementation and Analysis  Impact Analysis</a:t>
            </a:r>
            <a:endParaRPr sz="1000">
              <a:solidFill>
                <a:schemeClr val="dk1"/>
              </a:solidFill>
              <a:latin typeface="Tahoma"/>
              <a:ea typeface="Tahoma"/>
              <a:cs typeface="Tahoma"/>
              <a:sym typeface="Tahoma"/>
            </a:endParaRPr>
          </a:p>
          <a:p>
            <a:pPr indent="0" lvl="0" marL="566420" marR="1103630" rtl="0" algn="l">
              <a:lnSpc>
                <a:spcPct val="101499"/>
              </a:lnSpc>
              <a:spcBef>
                <a:spcPts val="155"/>
              </a:spcBef>
              <a:spcAft>
                <a:spcPts val="0"/>
              </a:spcAft>
              <a:buNone/>
            </a:pPr>
            <a:r>
              <a:rPr lang="en-US" sz="900">
                <a:solidFill>
                  <a:schemeClr val="dk1"/>
                </a:solidFill>
                <a:latin typeface="Helvetica Neue"/>
                <a:ea typeface="Helvetica Neue"/>
                <a:cs typeface="Helvetica Neue"/>
                <a:sym typeface="Helvetica Neue"/>
              </a:rPr>
              <a:t>Environmental Impact and Sustainability  Professional, ethical, and social impacts</a:t>
            </a:r>
            <a:endParaRPr sz="900">
              <a:solidFill>
                <a:schemeClr val="dk1"/>
              </a:solidFill>
              <a:latin typeface="Helvetica Neue"/>
              <a:ea typeface="Helvetica Neue"/>
              <a:cs typeface="Helvetica Neue"/>
              <a:sym typeface="Helvetica Neue"/>
            </a:endParaRPr>
          </a:p>
          <a:p>
            <a:pPr indent="0" lvl="0" marL="12700" marR="0" rtl="0" algn="l">
              <a:lnSpc>
                <a:spcPct val="100000"/>
              </a:lnSpc>
              <a:spcBef>
                <a:spcPts val="215"/>
              </a:spcBef>
              <a:spcAft>
                <a:spcPts val="0"/>
              </a:spcAft>
              <a:buNone/>
            </a:pPr>
            <a:r>
              <a:rPr lang="en-US" sz="1100">
                <a:solidFill>
                  <a:schemeClr val="dk1"/>
                </a:solidFill>
                <a:latin typeface="Tahoma"/>
                <a:ea typeface="Tahoma"/>
                <a:cs typeface="Tahoma"/>
                <a:sym typeface="Tahoma"/>
              </a:rPr>
              <a:t>Evaluation</a:t>
            </a:r>
            <a:endParaRPr sz="1100">
              <a:solidFill>
                <a:schemeClr val="dk1"/>
              </a:solidFill>
              <a:latin typeface="Tahoma"/>
              <a:ea typeface="Tahoma"/>
              <a:cs typeface="Tahoma"/>
              <a:sym typeface="Tahoma"/>
            </a:endParaRPr>
          </a:p>
          <a:p>
            <a:pPr indent="0" lvl="0" marL="289560" marR="0" rtl="0" algn="l">
              <a:lnSpc>
                <a:spcPct val="100000"/>
              </a:lnSpc>
              <a:spcBef>
                <a:spcPts val="175"/>
              </a:spcBef>
              <a:spcAft>
                <a:spcPts val="0"/>
              </a:spcAft>
              <a:buNone/>
            </a:pPr>
            <a:r>
              <a:rPr lang="en-US" sz="1000">
                <a:solidFill>
                  <a:schemeClr val="dk1"/>
                </a:solidFill>
                <a:latin typeface="Tahoma"/>
                <a:ea typeface="Tahoma"/>
                <a:cs typeface="Tahoma"/>
                <a:sym typeface="Tahoma"/>
              </a:rPr>
              <a:t>Report, Presentation, Viva, Peer evaluation, Reflective Journals</a:t>
            </a:r>
            <a:endParaRPr sz="1000">
              <a:solidFill>
                <a:schemeClr val="dk1"/>
              </a:solidFill>
              <a:latin typeface="Tahoma"/>
              <a:ea typeface="Tahoma"/>
              <a:cs typeface="Tahoma"/>
              <a:sym typeface="Tahoma"/>
            </a:endParaRPr>
          </a:p>
        </p:txBody>
      </p:sp>
      <p:sp>
        <p:nvSpPr>
          <p:cNvPr id="713" name="Google Shape;713;p42"/>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714" name="Google Shape;714;p42"/>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43"/>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Culmination - Internship/Open Ended Labs</a:t>
            </a:r>
            <a:endParaRPr sz="1400">
              <a:solidFill>
                <a:schemeClr val="accent1"/>
              </a:solidFill>
              <a:latin typeface="Trebuchet MS"/>
              <a:ea typeface="Trebuchet MS"/>
              <a:cs typeface="Trebuchet MS"/>
              <a:sym typeface="Trebuchet MS"/>
            </a:endParaRPr>
          </a:p>
        </p:txBody>
      </p:sp>
      <p:pic>
        <p:nvPicPr>
          <p:cNvPr id="720" name="Google Shape;720;p43"/>
          <p:cNvPicPr preferRelativeResize="0"/>
          <p:nvPr/>
        </p:nvPicPr>
        <p:blipFill rotWithShape="1">
          <a:blip r:embed="rId3">
            <a:alphaModFix/>
          </a:blip>
          <a:srcRect b="0" l="0" r="0" t="0"/>
          <a:stretch/>
        </p:blipFill>
        <p:spPr>
          <a:xfrm>
            <a:off x="281089" y="688403"/>
            <a:ext cx="65265" cy="65265"/>
          </a:xfrm>
          <a:prstGeom prst="rect">
            <a:avLst/>
          </a:prstGeom>
          <a:noFill/>
          <a:ln>
            <a:noFill/>
          </a:ln>
        </p:spPr>
      </p:pic>
      <p:pic>
        <p:nvPicPr>
          <p:cNvPr id="721" name="Google Shape;721;p43"/>
          <p:cNvPicPr preferRelativeResize="0"/>
          <p:nvPr/>
        </p:nvPicPr>
        <p:blipFill rotWithShape="1">
          <a:blip r:embed="rId4">
            <a:alphaModFix/>
          </a:blip>
          <a:srcRect b="0" l="0" r="0" t="0"/>
          <a:stretch/>
        </p:blipFill>
        <p:spPr>
          <a:xfrm>
            <a:off x="570865" y="878205"/>
            <a:ext cx="52590" cy="52590"/>
          </a:xfrm>
          <a:prstGeom prst="rect">
            <a:avLst/>
          </a:prstGeom>
          <a:noFill/>
          <a:ln>
            <a:noFill/>
          </a:ln>
        </p:spPr>
      </p:pic>
      <p:pic>
        <p:nvPicPr>
          <p:cNvPr id="722" name="Google Shape;722;p43"/>
          <p:cNvPicPr preferRelativeResize="0"/>
          <p:nvPr/>
        </p:nvPicPr>
        <p:blipFill rotWithShape="1">
          <a:blip r:embed="rId5">
            <a:alphaModFix/>
          </a:blip>
          <a:srcRect b="0" l="0" r="0" t="0"/>
          <a:stretch/>
        </p:blipFill>
        <p:spPr>
          <a:xfrm>
            <a:off x="570865" y="1181874"/>
            <a:ext cx="52590" cy="52590"/>
          </a:xfrm>
          <a:prstGeom prst="rect">
            <a:avLst/>
          </a:prstGeom>
          <a:noFill/>
          <a:ln>
            <a:noFill/>
          </a:ln>
        </p:spPr>
      </p:pic>
      <p:pic>
        <p:nvPicPr>
          <p:cNvPr id="723" name="Google Shape;723;p43"/>
          <p:cNvPicPr preferRelativeResize="0"/>
          <p:nvPr/>
        </p:nvPicPr>
        <p:blipFill rotWithShape="1">
          <a:blip r:embed="rId3">
            <a:alphaModFix/>
          </a:blip>
          <a:srcRect b="0" l="0" r="0" t="0"/>
          <a:stretch/>
        </p:blipFill>
        <p:spPr>
          <a:xfrm>
            <a:off x="281089" y="1662645"/>
            <a:ext cx="65265" cy="65265"/>
          </a:xfrm>
          <a:prstGeom prst="rect">
            <a:avLst/>
          </a:prstGeom>
          <a:noFill/>
          <a:ln>
            <a:noFill/>
          </a:ln>
        </p:spPr>
      </p:pic>
      <p:pic>
        <p:nvPicPr>
          <p:cNvPr id="724" name="Google Shape;724;p43"/>
          <p:cNvPicPr preferRelativeResize="0"/>
          <p:nvPr/>
        </p:nvPicPr>
        <p:blipFill rotWithShape="1">
          <a:blip r:embed="rId4">
            <a:alphaModFix/>
          </a:blip>
          <a:srcRect b="0" l="0" r="0" t="0"/>
          <a:stretch/>
        </p:blipFill>
        <p:spPr>
          <a:xfrm>
            <a:off x="570865" y="1852460"/>
            <a:ext cx="52590" cy="52590"/>
          </a:xfrm>
          <a:prstGeom prst="rect">
            <a:avLst/>
          </a:prstGeom>
          <a:noFill/>
          <a:ln>
            <a:noFill/>
          </a:ln>
        </p:spPr>
      </p:pic>
      <p:pic>
        <p:nvPicPr>
          <p:cNvPr id="725" name="Google Shape;725;p43"/>
          <p:cNvPicPr preferRelativeResize="0"/>
          <p:nvPr/>
        </p:nvPicPr>
        <p:blipFill rotWithShape="1">
          <a:blip r:embed="rId4">
            <a:alphaModFix/>
          </a:blip>
          <a:srcRect b="0" l="0" r="0" t="0"/>
          <a:stretch/>
        </p:blipFill>
        <p:spPr>
          <a:xfrm>
            <a:off x="570865" y="2307945"/>
            <a:ext cx="52590" cy="52590"/>
          </a:xfrm>
          <a:prstGeom prst="rect">
            <a:avLst/>
          </a:prstGeom>
          <a:noFill/>
          <a:ln>
            <a:noFill/>
          </a:ln>
        </p:spPr>
      </p:pic>
      <p:sp>
        <p:nvSpPr>
          <p:cNvPr id="726" name="Google Shape;726;p43"/>
          <p:cNvSpPr txBox="1"/>
          <p:nvPr/>
        </p:nvSpPr>
        <p:spPr>
          <a:xfrm>
            <a:off x="402932" y="579869"/>
            <a:ext cx="4071600" cy="2742900"/>
          </a:xfrm>
          <a:prstGeom prst="rect">
            <a:avLst/>
          </a:prstGeom>
          <a:noFill/>
          <a:ln>
            <a:noFill/>
          </a:ln>
        </p:spPr>
        <p:txBody>
          <a:bodyPr anchorCtr="0" anchor="t" bIns="0" lIns="0" spcFirstLastPara="1" rIns="0" wrap="square" tIns="36175">
            <a:spAutoFit/>
          </a:bodyPr>
          <a:lstStyle/>
          <a:p>
            <a:pPr indent="0" lvl="0" marL="12700" marR="0" rtl="0" algn="l">
              <a:lnSpc>
                <a:spcPct val="100000"/>
              </a:lnSpc>
              <a:spcBef>
                <a:spcPts val="0"/>
              </a:spcBef>
              <a:spcAft>
                <a:spcPts val="0"/>
              </a:spcAft>
              <a:buNone/>
            </a:pPr>
            <a:r>
              <a:rPr lang="en-US" sz="1000">
                <a:solidFill>
                  <a:schemeClr val="dk1"/>
                </a:solidFill>
                <a:latin typeface="Tahoma"/>
                <a:ea typeface="Tahoma"/>
                <a:cs typeface="Tahoma"/>
                <a:sym typeface="Tahoma"/>
              </a:rPr>
              <a:t>Industry Training or Work-based Learning</a:t>
            </a:r>
            <a:endParaRPr sz="1000">
              <a:solidFill>
                <a:schemeClr val="dk1"/>
              </a:solidFill>
              <a:latin typeface="Tahoma"/>
              <a:ea typeface="Tahoma"/>
              <a:cs typeface="Tahoma"/>
              <a:sym typeface="Tahoma"/>
            </a:endParaRPr>
          </a:p>
          <a:p>
            <a:pPr indent="0" lvl="0" marL="289560" marR="5080" rtl="0" algn="l">
              <a:lnSpc>
                <a:spcPct val="100000"/>
              </a:lnSpc>
              <a:spcBef>
                <a:spcPts val="175"/>
              </a:spcBef>
              <a:spcAft>
                <a:spcPts val="0"/>
              </a:spcAft>
              <a:buNone/>
            </a:pPr>
            <a:r>
              <a:rPr lang="en-US" sz="900">
                <a:solidFill>
                  <a:schemeClr val="dk1"/>
                </a:solidFill>
                <a:latin typeface="Tahoma"/>
                <a:ea typeface="Tahoma"/>
                <a:cs typeface="Tahoma"/>
                <a:sym typeface="Tahoma"/>
              </a:rPr>
              <a:t>Provides opportunities for students to engage in experiential education,  integrating theory with work experience</a:t>
            </a:r>
            <a:endParaRPr sz="900">
              <a:solidFill>
                <a:schemeClr val="dk1"/>
              </a:solidFill>
              <a:latin typeface="Tahoma"/>
              <a:ea typeface="Tahoma"/>
              <a:cs typeface="Tahoma"/>
              <a:sym typeface="Tahoma"/>
            </a:endParaRPr>
          </a:p>
          <a:p>
            <a:pPr indent="0" lvl="0" marL="289560" marR="130175" rtl="0" algn="l">
              <a:lnSpc>
                <a:spcPct val="120000"/>
              </a:lnSpc>
              <a:spcBef>
                <a:spcPts val="35"/>
              </a:spcBef>
              <a:spcAft>
                <a:spcPts val="0"/>
              </a:spcAft>
              <a:buNone/>
            </a:pPr>
            <a:r>
              <a:rPr lang="en-US" sz="900">
                <a:solidFill>
                  <a:schemeClr val="dk1"/>
                </a:solidFill>
                <a:latin typeface="Tahoma"/>
                <a:ea typeface="Tahoma"/>
                <a:cs typeface="Tahoma"/>
                <a:sym typeface="Tahoma"/>
              </a:rPr>
              <a:t>Provides students with knowledge base and skills to help them  translate isolated and abstract concepts into practical applications of  that knowledge.</a:t>
            </a:r>
            <a:endParaRPr sz="900">
              <a:solidFill>
                <a:schemeClr val="dk1"/>
              </a:solidFill>
              <a:latin typeface="Tahoma"/>
              <a:ea typeface="Tahoma"/>
              <a:cs typeface="Tahoma"/>
              <a:sym typeface="Tahoma"/>
            </a:endParaRPr>
          </a:p>
          <a:p>
            <a:pPr indent="0" lvl="0" marL="12700" marR="0" rtl="0" algn="l">
              <a:lnSpc>
                <a:spcPct val="100000"/>
              </a:lnSpc>
              <a:spcBef>
                <a:spcPts val="145"/>
              </a:spcBef>
              <a:spcAft>
                <a:spcPts val="0"/>
              </a:spcAft>
              <a:buNone/>
            </a:pPr>
            <a:r>
              <a:rPr lang="en-US" sz="1000">
                <a:solidFill>
                  <a:schemeClr val="dk1"/>
                </a:solidFill>
                <a:latin typeface="Tahoma"/>
                <a:ea typeface="Tahoma"/>
                <a:cs typeface="Tahoma"/>
                <a:sym typeface="Tahoma"/>
              </a:rPr>
              <a:t>Laboratory experiences</a:t>
            </a:r>
            <a:endParaRPr sz="1000">
              <a:solidFill>
                <a:schemeClr val="dk1"/>
              </a:solidFill>
              <a:latin typeface="Tahoma"/>
              <a:ea typeface="Tahoma"/>
              <a:cs typeface="Tahoma"/>
              <a:sym typeface="Tahoma"/>
            </a:endParaRPr>
          </a:p>
          <a:p>
            <a:pPr indent="0" lvl="0" marL="289560" marR="102235" rtl="0" algn="l">
              <a:lnSpc>
                <a:spcPct val="100000"/>
              </a:lnSpc>
              <a:spcBef>
                <a:spcPts val="175"/>
              </a:spcBef>
              <a:spcAft>
                <a:spcPts val="0"/>
              </a:spcAft>
              <a:buNone/>
            </a:pPr>
            <a:r>
              <a:rPr lang="en-US" sz="900">
                <a:solidFill>
                  <a:schemeClr val="dk1"/>
                </a:solidFill>
                <a:latin typeface="Tahoma"/>
                <a:ea typeface="Tahoma"/>
                <a:cs typeface="Tahoma"/>
                <a:sym typeface="Tahoma"/>
              </a:rPr>
              <a:t>Important elements in engineering education, bridging the gaps  between engineering theories and real practices through cultivation of  hands-on skills</a:t>
            </a:r>
            <a:endParaRPr sz="900">
              <a:solidFill>
                <a:schemeClr val="dk1"/>
              </a:solidFill>
              <a:latin typeface="Tahoma"/>
              <a:ea typeface="Tahoma"/>
              <a:cs typeface="Tahoma"/>
              <a:sym typeface="Tahoma"/>
            </a:endParaRPr>
          </a:p>
          <a:p>
            <a:pPr indent="0" lvl="0" marL="289560" marR="114300" rtl="0" algn="l">
              <a:lnSpc>
                <a:spcPct val="120000"/>
              </a:lnSpc>
              <a:spcBef>
                <a:spcPts val="25"/>
              </a:spcBef>
              <a:spcAft>
                <a:spcPts val="0"/>
              </a:spcAft>
              <a:buNone/>
            </a:pPr>
            <a:r>
              <a:rPr lang="en-US" sz="900">
                <a:solidFill>
                  <a:srgbClr val="BC1919"/>
                </a:solidFill>
                <a:latin typeface="Tahoma"/>
                <a:ea typeface="Tahoma"/>
                <a:cs typeface="Tahoma"/>
                <a:sym typeface="Tahoma"/>
              </a:rPr>
              <a:t>Open-ended approach </a:t>
            </a:r>
            <a:r>
              <a:rPr lang="en-US" sz="900">
                <a:solidFill>
                  <a:schemeClr val="dk1"/>
                </a:solidFill>
                <a:latin typeface="Tahoma"/>
                <a:ea typeface="Tahoma"/>
                <a:cs typeface="Tahoma"/>
                <a:sym typeface="Tahoma"/>
              </a:rPr>
              <a:t>- the problem may have multiple solutions and  there is no obvious solution. Focuses on student’s ability to design  experiments, identify the variables or results or information to be  collected and identify the appropriate instruments for the assigned  problem. Produce engineering graduates that are selfdirected,  reflective, demonstrate ability to integrate knowledge, think critically,  practice life-long learning and work collaborative with others.</a:t>
            </a:r>
            <a:endParaRPr sz="900">
              <a:solidFill>
                <a:schemeClr val="dk1"/>
              </a:solidFill>
              <a:latin typeface="Tahoma"/>
              <a:ea typeface="Tahoma"/>
              <a:cs typeface="Tahoma"/>
              <a:sym typeface="Tahoma"/>
            </a:endParaRPr>
          </a:p>
        </p:txBody>
      </p:sp>
      <p:sp>
        <p:nvSpPr>
          <p:cNvPr id="727" name="Google Shape;727;p43"/>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728" name="Google Shape;728;p43"/>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44"/>
          <p:cNvSpPr txBox="1"/>
          <p:nvPr>
            <p:ph type="title"/>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Culmination - Theory Final Exam</a:t>
            </a:r>
            <a:endParaRPr sz="1400">
              <a:solidFill>
                <a:schemeClr val="accent1"/>
              </a:solidFill>
              <a:latin typeface="Trebuchet MS"/>
              <a:ea typeface="Trebuchet MS"/>
              <a:cs typeface="Trebuchet MS"/>
              <a:sym typeface="Trebuchet MS"/>
            </a:endParaRPr>
          </a:p>
        </p:txBody>
      </p:sp>
      <p:sp>
        <p:nvSpPr>
          <p:cNvPr id="734" name="Google Shape;734;p44"/>
          <p:cNvSpPr txBox="1"/>
          <p:nvPr/>
        </p:nvSpPr>
        <p:spPr>
          <a:xfrm>
            <a:off x="138544" y="494766"/>
            <a:ext cx="1230000" cy="323100"/>
          </a:xfrm>
          <a:prstGeom prst="rect">
            <a:avLst/>
          </a:prstGeom>
          <a:noFill/>
          <a:ln>
            <a:noFill/>
          </a:ln>
        </p:spPr>
        <p:txBody>
          <a:bodyPr anchorCtr="0" anchor="t" bIns="0" lIns="0" spcFirstLastPara="1" rIns="0" wrap="square" tIns="0">
            <a:spAutoFit/>
          </a:bodyPr>
          <a:lstStyle/>
          <a:p>
            <a:pPr indent="0" lvl="0" marL="0" marR="0" rtl="0" algn="l">
              <a:lnSpc>
                <a:spcPct val="95454"/>
              </a:lnSpc>
              <a:spcBef>
                <a:spcPts val="0"/>
              </a:spcBef>
              <a:spcAft>
                <a:spcPts val="0"/>
              </a:spcAft>
              <a:buNone/>
            </a:pPr>
            <a:r>
              <a:rPr lang="en-US" sz="1100">
                <a:solidFill>
                  <a:srgbClr val="3333B2"/>
                </a:solidFill>
                <a:latin typeface="Tahoma"/>
                <a:ea typeface="Tahoma"/>
                <a:cs typeface="Tahoma"/>
                <a:sym typeface="Tahoma"/>
              </a:rPr>
              <a:t>Computer Interfacing</a:t>
            </a:r>
            <a:endParaRPr sz="1100">
              <a:solidFill>
                <a:schemeClr val="dk1"/>
              </a:solidFill>
              <a:latin typeface="Tahoma"/>
              <a:ea typeface="Tahoma"/>
              <a:cs typeface="Tahoma"/>
              <a:sym typeface="Tahoma"/>
            </a:endParaRPr>
          </a:p>
        </p:txBody>
      </p:sp>
      <p:sp>
        <p:nvSpPr>
          <p:cNvPr id="735" name="Google Shape;735;p44"/>
          <p:cNvSpPr txBox="1"/>
          <p:nvPr/>
        </p:nvSpPr>
        <p:spPr>
          <a:xfrm>
            <a:off x="125844" y="817878"/>
            <a:ext cx="4326255" cy="748030"/>
          </a:xfrm>
          <a:prstGeom prst="rect">
            <a:avLst/>
          </a:prstGeom>
          <a:noFill/>
          <a:ln>
            <a:noFill/>
          </a:ln>
        </p:spPr>
        <p:txBody>
          <a:bodyPr anchorCtr="0" anchor="t" bIns="0" lIns="0" spcFirstLastPara="1" rIns="0" wrap="square" tIns="17125">
            <a:spAutoFit/>
          </a:bodyPr>
          <a:lstStyle/>
          <a:p>
            <a:pPr indent="0" lvl="0" marL="12700" marR="5080" rtl="0" algn="l">
              <a:lnSpc>
                <a:spcPct val="118750"/>
              </a:lnSpc>
              <a:spcBef>
                <a:spcPts val="0"/>
              </a:spcBef>
              <a:spcAft>
                <a:spcPts val="0"/>
              </a:spcAft>
              <a:buNone/>
            </a:pPr>
            <a:r>
              <a:rPr lang="en-US" sz="800">
                <a:solidFill>
                  <a:schemeClr val="dk1"/>
                </a:solidFill>
                <a:latin typeface="Helvetica Neue"/>
                <a:ea typeface="Helvetica Neue"/>
                <a:cs typeface="Helvetica Neue"/>
                <a:sym typeface="Helvetica Neue"/>
              </a:rPr>
              <a:t>Suppose, we wish to design a conveyer belt for a poultry farm. The chicken eggs will be carried  by the conveyer belt. The system will have a camera sensor and a digital display board to show  the count of the eggs. The motor controller for the belt and the display will be controller by a  micro-controller based system.</a:t>
            </a:r>
            <a:endParaRPr sz="800">
              <a:solidFill>
                <a:schemeClr val="dk1"/>
              </a:solidFill>
              <a:latin typeface="Helvetica Neue"/>
              <a:ea typeface="Helvetica Neue"/>
              <a:cs typeface="Helvetica Neue"/>
              <a:sym typeface="Helvetica Neue"/>
            </a:endParaRPr>
          </a:p>
          <a:p>
            <a:pPr indent="0" lvl="0" marL="12700" marR="0" rtl="0" algn="l">
              <a:lnSpc>
                <a:spcPct val="112500"/>
              </a:lnSpc>
              <a:spcBef>
                <a:spcPts val="0"/>
              </a:spcBef>
              <a:spcAft>
                <a:spcPts val="0"/>
              </a:spcAft>
              <a:buNone/>
            </a:pPr>
            <a:r>
              <a:rPr lang="en-US" sz="800">
                <a:solidFill>
                  <a:schemeClr val="dk1"/>
                </a:solidFill>
                <a:latin typeface="Helvetica Neue"/>
                <a:ea typeface="Helvetica Neue"/>
                <a:cs typeface="Helvetica Neue"/>
                <a:sym typeface="Helvetica Neue"/>
              </a:rPr>
              <a:t>Now, design an automated system using above stated brief. Your design must contain</a:t>
            </a:r>
            <a:endParaRPr sz="800">
              <a:solidFill>
                <a:schemeClr val="dk1"/>
              </a:solidFill>
              <a:latin typeface="Helvetica Neue"/>
              <a:ea typeface="Helvetica Neue"/>
              <a:cs typeface="Helvetica Neue"/>
              <a:sym typeface="Helvetica Neue"/>
            </a:endParaRPr>
          </a:p>
          <a:p>
            <a:pPr indent="0" lvl="0" marL="12700" marR="0" rtl="0" algn="l">
              <a:lnSpc>
                <a:spcPct val="119375"/>
              </a:lnSpc>
              <a:spcBef>
                <a:spcPts val="0"/>
              </a:spcBef>
              <a:spcAft>
                <a:spcPts val="0"/>
              </a:spcAft>
              <a:buNone/>
            </a:pPr>
            <a:r>
              <a:rPr lang="en-US" sz="800">
                <a:solidFill>
                  <a:schemeClr val="dk1"/>
                </a:solidFill>
                <a:latin typeface="Helvetica Neue"/>
                <a:ea typeface="Helvetica Neue"/>
                <a:cs typeface="Helvetica Neue"/>
                <a:sym typeface="Helvetica Neue"/>
              </a:rPr>
              <a:t>followings. (Use the micro-controller/microprocessor datasheets provided with the question)</a:t>
            </a:r>
            <a:endParaRPr sz="800">
              <a:solidFill>
                <a:schemeClr val="dk1"/>
              </a:solidFill>
              <a:latin typeface="Helvetica Neue"/>
              <a:ea typeface="Helvetica Neue"/>
              <a:cs typeface="Helvetica Neue"/>
              <a:sym typeface="Helvetica Neue"/>
            </a:endParaRPr>
          </a:p>
        </p:txBody>
      </p:sp>
      <p:pic>
        <p:nvPicPr>
          <p:cNvPr id="736" name="Google Shape;736;p44"/>
          <p:cNvPicPr preferRelativeResize="0"/>
          <p:nvPr/>
        </p:nvPicPr>
        <p:blipFill rotWithShape="1">
          <a:blip r:embed="rId3">
            <a:alphaModFix/>
          </a:blip>
          <a:srcRect b="0" l="0" r="0" t="0"/>
          <a:stretch/>
        </p:blipFill>
        <p:spPr>
          <a:xfrm>
            <a:off x="244271" y="1604603"/>
            <a:ext cx="114214" cy="114214"/>
          </a:xfrm>
          <a:prstGeom prst="rect">
            <a:avLst/>
          </a:prstGeom>
          <a:noFill/>
          <a:ln>
            <a:noFill/>
          </a:ln>
        </p:spPr>
      </p:pic>
      <p:sp>
        <p:nvSpPr>
          <p:cNvPr id="737" name="Google Shape;737;p44"/>
          <p:cNvSpPr txBox="1"/>
          <p:nvPr/>
        </p:nvSpPr>
        <p:spPr>
          <a:xfrm>
            <a:off x="268516" y="1591683"/>
            <a:ext cx="66040" cy="11683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600">
                <a:solidFill>
                  <a:srgbClr val="FFFFFF"/>
                </a:solidFill>
                <a:latin typeface="Helvetica Neue"/>
                <a:ea typeface="Helvetica Neue"/>
                <a:cs typeface="Helvetica Neue"/>
                <a:sym typeface="Helvetica Neue"/>
              </a:rPr>
              <a:t>1</a:t>
            </a:r>
            <a:endParaRPr sz="600">
              <a:solidFill>
                <a:schemeClr val="dk1"/>
              </a:solidFill>
              <a:latin typeface="Helvetica Neue"/>
              <a:ea typeface="Helvetica Neue"/>
              <a:cs typeface="Helvetica Neue"/>
              <a:sym typeface="Helvetica Neue"/>
            </a:endParaRPr>
          </a:p>
        </p:txBody>
      </p:sp>
      <p:sp>
        <p:nvSpPr>
          <p:cNvPr id="738" name="Google Shape;738;p44"/>
          <p:cNvSpPr txBox="1"/>
          <p:nvPr/>
        </p:nvSpPr>
        <p:spPr>
          <a:xfrm>
            <a:off x="402932" y="1729434"/>
            <a:ext cx="3366900" cy="135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800">
                <a:solidFill>
                  <a:schemeClr val="dk1"/>
                </a:solidFill>
                <a:latin typeface="Helvetica Neue"/>
                <a:ea typeface="Helvetica Neue"/>
                <a:cs typeface="Helvetica Neue"/>
                <a:sym typeface="Helvetica Neue"/>
              </a:rPr>
              <a:t>Equipment Configuration - specify alternates for your selection and justify.</a:t>
            </a:r>
            <a:endParaRPr sz="800">
              <a:solidFill>
                <a:schemeClr val="dk1"/>
              </a:solidFill>
              <a:latin typeface="Helvetica Neue"/>
              <a:ea typeface="Helvetica Neue"/>
              <a:cs typeface="Helvetica Neue"/>
              <a:sym typeface="Helvetica Neue"/>
            </a:endParaRPr>
          </a:p>
        </p:txBody>
      </p:sp>
      <p:grpSp>
        <p:nvGrpSpPr>
          <p:cNvPr id="739" name="Google Shape;739;p44"/>
          <p:cNvGrpSpPr/>
          <p:nvPr/>
        </p:nvGrpSpPr>
        <p:grpSpPr>
          <a:xfrm>
            <a:off x="244271" y="1762769"/>
            <a:ext cx="114214" cy="430520"/>
            <a:chOff x="244271" y="1762769"/>
            <a:chExt cx="114214" cy="430520"/>
          </a:xfrm>
        </p:grpSpPr>
        <p:pic>
          <p:nvPicPr>
            <p:cNvPr id="740" name="Google Shape;740;p44"/>
            <p:cNvPicPr preferRelativeResize="0"/>
            <p:nvPr/>
          </p:nvPicPr>
          <p:blipFill rotWithShape="1">
            <a:blip r:embed="rId3">
              <a:alphaModFix/>
            </a:blip>
            <a:srcRect b="0" l="0" r="0" t="0"/>
            <a:stretch/>
          </p:blipFill>
          <p:spPr>
            <a:xfrm>
              <a:off x="244271" y="1762769"/>
              <a:ext cx="114214" cy="114214"/>
            </a:xfrm>
            <a:prstGeom prst="rect">
              <a:avLst/>
            </a:prstGeom>
            <a:noFill/>
            <a:ln>
              <a:noFill/>
            </a:ln>
          </p:spPr>
        </p:pic>
        <p:pic>
          <p:nvPicPr>
            <p:cNvPr id="741" name="Google Shape;741;p44"/>
            <p:cNvPicPr preferRelativeResize="0"/>
            <p:nvPr/>
          </p:nvPicPr>
          <p:blipFill rotWithShape="1">
            <a:blip r:embed="rId3">
              <a:alphaModFix/>
            </a:blip>
            <a:srcRect b="0" l="0" r="0" t="0"/>
            <a:stretch/>
          </p:blipFill>
          <p:spPr>
            <a:xfrm>
              <a:off x="244271" y="1920922"/>
              <a:ext cx="114214" cy="114214"/>
            </a:xfrm>
            <a:prstGeom prst="rect">
              <a:avLst/>
            </a:prstGeom>
            <a:noFill/>
            <a:ln>
              <a:noFill/>
            </a:ln>
          </p:spPr>
        </p:pic>
        <p:pic>
          <p:nvPicPr>
            <p:cNvPr id="742" name="Google Shape;742;p44"/>
            <p:cNvPicPr preferRelativeResize="0"/>
            <p:nvPr/>
          </p:nvPicPr>
          <p:blipFill rotWithShape="1">
            <a:blip r:embed="rId3">
              <a:alphaModFix/>
            </a:blip>
            <a:srcRect b="0" l="0" r="0" t="0"/>
            <a:stretch/>
          </p:blipFill>
          <p:spPr>
            <a:xfrm>
              <a:off x="244271" y="2079075"/>
              <a:ext cx="114214" cy="114214"/>
            </a:xfrm>
            <a:prstGeom prst="rect">
              <a:avLst/>
            </a:prstGeom>
            <a:noFill/>
            <a:ln>
              <a:noFill/>
            </a:ln>
          </p:spPr>
        </p:pic>
      </p:grpSp>
      <p:sp>
        <p:nvSpPr>
          <p:cNvPr id="743" name="Google Shape;743;p44"/>
          <p:cNvSpPr txBox="1"/>
          <p:nvPr/>
        </p:nvSpPr>
        <p:spPr>
          <a:xfrm>
            <a:off x="243125" y="1850872"/>
            <a:ext cx="2361000" cy="538200"/>
          </a:xfrm>
          <a:prstGeom prst="rect">
            <a:avLst/>
          </a:prstGeom>
          <a:noFill/>
          <a:ln>
            <a:noFill/>
          </a:ln>
        </p:spPr>
        <p:txBody>
          <a:bodyPr anchorCtr="0" anchor="t" bIns="0" lIns="0" spcFirstLastPara="1" rIns="0" wrap="square" tIns="48875">
            <a:spAutoFit/>
          </a:bodyPr>
          <a:lstStyle/>
          <a:p>
            <a:pPr indent="0" lvl="0" marL="38100" marR="0" rtl="0" algn="l">
              <a:lnSpc>
                <a:spcPct val="100000"/>
              </a:lnSpc>
              <a:spcBef>
                <a:spcPts val="0"/>
              </a:spcBef>
              <a:spcAft>
                <a:spcPts val="0"/>
              </a:spcAft>
              <a:buNone/>
            </a:pPr>
            <a:r>
              <a:rPr baseline="30000" lang="en-US" sz="900">
                <a:solidFill>
                  <a:srgbClr val="FFFFFF"/>
                </a:solidFill>
                <a:latin typeface="Helvetica Neue"/>
                <a:ea typeface="Helvetica Neue"/>
                <a:cs typeface="Helvetica Neue"/>
                <a:sym typeface="Helvetica Neue"/>
              </a:rPr>
              <a:t>2  </a:t>
            </a:r>
            <a:r>
              <a:rPr lang="en-US" sz="800">
                <a:solidFill>
                  <a:schemeClr val="dk1"/>
                </a:solidFill>
                <a:latin typeface="Helvetica Neue"/>
                <a:ea typeface="Helvetica Neue"/>
                <a:cs typeface="Helvetica Neue"/>
                <a:sym typeface="Helvetica Neue"/>
              </a:rPr>
              <a:t>Algorithm / flowchart/Model for counting eggs.</a:t>
            </a:r>
            <a:endParaRPr sz="800">
              <a:solidFill>
                <a:schemeClr val="dk1"/>
              </a:solidFill>
              <a:latin typeface="Helvetica Neue"/>
              <a:ea typeface="Helvetica Neue"/>
              <a:cs typeface="Helvetica Neue"/>
              <a:sym typeface="Helvetica Neue"/>
            </a:endParaRPr>
          </a:p>
          <a:p>
            <a:pPr indent="0" lvl="0" marL="38100" marR="0" rtl="0" algn="l">
              <a:lnSpc>
                <a:spcPct val="100000"/>
              </a:lnSpc>
              <a:spcBef>
                <a:spcPts val="285"/>
              </a:spcBef>
              <a:spcAft>
                <a:spcPts val="0"/>
              </a:spcAft>
              <a:buNone/>
            </a:pPr>
            <a:r>
              <a:rPr baseline="30000" lang="en-US" sz="900">
                <a:solidFill>
                  <a:srgbClr val="FFFFFF"/>
                </a:solidFill>
                <a:latin typeface="Helvetica Neue"/>
                <a:ea typeface="Helvetica Neue"/>
                <a:cs typeface="Helvetica Neue"/>
                <a:sym typeface="Helvetica Neue"/>
              </a:rPr>
              <a:t>3  </a:t>
            </a:r>
            <a:r>
              <a:rPr lang="en-US" sz="800">
                <a:solidFill>
                  <a:schemeClr val="dk1"/>
                </a:solidFill>
                <a:latin typeface="Helvetica Neue"/>
                <a:ea typeface="Helvetica Neue"/>
                <a:cs typeface="Helvetica Neue"/>
                <a:sym typeface="Helvetica Neue"/>
              </a:rPr>
              <a:t>Control State Design</a:t>
            </a:r>
            <a:endParaRPr sz="800">
              <a:solidFill>
                <a:schemeClr val="dk1"/>
              </a:solidFill>
              <a:latin typeface="Helvetica Neue"/>
              <a:ea typeface="Helvetica Neue"/>
              <a:cs typeface="Helvetica Neue"/>
              <a:sym typeface="Helvetica Neue"/>
            </a:endParaRPr>
          </a:p>
          <a:p>
            <a:pPr indent="0" lvl="0" marL="38100" marR="0" rtl="0" algn="l">
              <a:lnSpc>
                <a:spcPct val="100000"/>
              </a:lnSpc>
              <a:spcBef>
                <a:spcPts val="285"/>
              </a:spcBef>
              <a:spcAft>
                <a:spcPts val="0"/>
              </a:spcAft>
              <a:buNone/>
            </a:pPr>
            <a:r>
              <a:rPr baseline="30000" lang="en-US" sz="900">
                <a:solidFill>
                  <a:srgbClr val="FFFFFF"/>
                </a:solidFill>
                <a:latin typeface="Helvetica Neue"/>
                <a:ea typeface="Helvetica Neue"/>
                <a:cs typeface="Helvetica Neue"/>
                <a:sym typeface="Helvetica Neue"/>
              </a:rPr>
              <a:t>4  </a:t>
            </a:r>
            <a:r>
              <a:rPr lang="en-US" sz="800">
                <a:solidFill>
                  <a:schemeClr val="dk1"/>
                </a:solidFill>
                <a:latin typeface="Helvetica Neue"/>
                <a:ea typeface="Helvetica Neue"/>
                <a:cs typeface="Helvetica Neue"/>
                <a:sym typeface="Helvetica Neue"/>
              </a:rPr>
              <a:t>Data-Processor Specification</a:t>
            </a:r>
            <a:endParaRPr sz="800">
              <a:solidFill>
                <a:schemeClr val="dk1"/>
              </a:solidFill>
              <a:latin typeface="Helvetica Neue"/>
              <a:ea typeface="Helvetica Neue"/>
              <a:cs typeface="Helvetica Neue"/>
              <a:sym typeface="Helvetica Neue"/>
            </a:endParaRPr>
          </a:p>
        </p:txBody>
      </p:sp>
      <p:pic>
        <p:nvPicPr>
          <p:cNvPr id="744" name="Google Shape;744;p44"/>
          <p:cNvPicPr preferRelativeResize="0"/>
          <p:nvPr/>
        </p:nvPicPr>
        <p:blipFill rotWithShape="1">
          <a:blip r:embed="rId4">
            <a:alphaModFix/>
          </a:blip>
          <a:srcRect b="0" l="0" r="0" t="0"/>
          <a:stretch/>
        </p:blipFill>
        <p:spPr>
          <a:xfrm>
            <a:off x="138544" y="2348685"/>
            <a:ext cx="4330966" cy="956578"/>
          </a:xfrm>
          <a:prstGeom prst="rect">
            <a:avLst/>
          </a:prstGeom>
          <a:noFill/>
          <a:ln>
            <a:noFill/>
          </a:ln>
        </p:spPr>
      </p:pic>
      <p:sp>
        <p:nvSpPr>
          <p:cNvPr id="745" name="Google Shape;745;p44"/>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746" name="Google Shape;746;p44"/>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45"/>
          <p:cNvSpPr/>
          <p:nvPr/>
        </p:nvSpPr>
        <p:spPr>
          <a:xfrm>
            <a:off x="230505" y="140072"/>
            <a:ext cx="4148727" cy="575900"/>
          </a:xfrm>
          <a:prstGeom prst="rect">
            <a:avLst/>
          </a:prstGeom>
          <a:noFill/>
          <a:ln>
            <a:noFill/>
          </a:ln>
        </p:spPr>
        <p:txBody>
          <a:bodyPr anchorCtr="0" anchor="ctr" bIns="22675" lIns="45375" spcFirstLastPara="1" rIns="45375" wrap="square" tIns="22675">
            <a:noAutofit/>
          </a:bodyPr>
          <a:lstStyle/>
          <a:p>
            <a:pPr indent="0" lvl="0" marL="0" marR="0" rtl="0" algn="ctr">
              <a:spcBef>
                <a:spcPts val="0"/>
              </a:spcBef>
              <a:spcAft>
                <a:spcPts val="0"/>
              </a:spcAft>
              <a:buNone/>
            </a:pPr>
            <a:r>
              <a:rPr lang="en-US" sz="2218">
                <a:solidFill>
                  <a:schemeClr val="accent1"/>
                </a:solidFill>
                <a:latin typeface="Calibri"/>
                <a:ea typeface="Calibri"/>
                <a:cs typeface="Calibri"/>
                <a:sym typeface="Calibri"/>
              </a:rPr>
              <a:t>Resources</a:t>
            </a:r>
            <a:endParaRPr sz="2218">
              <a:solidFill>
                <a:schemeClr val="accent1"/>
              </a:solidFill>
              <a:latin typeface="Arial"/>
              <a:ea typeface="Arial"/>
              <a:cs typeface="Arial"/>
              <a:sym typeface="Arial"/>
            </a:endParaRPr>
          </a:p>
        </p:txBody>
      </p:sp>
      <p:sp>
        <p:nvSpPr>
          <p:cNvPr id="752" name="Google Shape;752;p45"/>
          <p:cNvSpPr/>
          <p:nvPr/>
        </p:nvSpPr>
        <p:spPr>
          <a:xfrm>
            <a:off x="230505" y="808355"/>
            <a:ext cx="4148727" cy="2281455"/>
          </a:xfrm>
          <a:prstGeom prst="rect">
            <a:avLst/>
          </a:prstGeom>
          <a:noFill/>
          <a:ln>
            <a:noFill/>
          </a:ln>
        </p:spPr>
        <p:txBody>
          <a:bodyPr anchorCtr="0" anchor="t" bIns="22675" lIns="45375" spcFirstLastPara="1" rIns="45375" wrap="square" tIns="22675">
            <a:normAutofit/>
          </a:bodyPr>
          <a:lstStyle/>
          <a:p>
            <a:pPr indent="0" lvl="0" marL="363" marR="0" rtl="0" algn="l">
              <a:lnSpc>
                <a:spcPct val="90000"/>
              </a:lnSpc>
              <a:spcBef>
                <a:spcPts val="0"/>
              </a:spcBef>
              <a:spcAft>
                <a:spcPts val="0"/>
              </a:spcAft>
              <a:buNone/>
            </a:pPr>
            <a:r>
              <a:rPr lang="en-US" sz="1396">
                <a:solidFill>
                  <a:srgbClr val="000000"/>
                </a:solidFill>
                <a:latin typeface="Calibri"/>
                <a:ea typeface="Calibri"/>
                <a:cs typeface="Calibri"/>
                <a:sym typeface="Calibri"/>
              </a:rPr>
              <a:t>Books (Library) </a:t>
            </a:r>
            <a:endParaRPr sz="1396">
              <a:solidFill>
                <a:schemeClr val="dk1"/>
              </a:solidFill>
              <a:latin typeface="Arial"/>
              <a:ea typeface="Arial"/>
              <a:cs typeface="Arial"/>
              <a:sym typeface="Arial"/>
            </a:endParaRPr>
          </a:p>
          <a:p>
            <a:pPr indent="0" lvl="0" marL="363" marR="0" rtl="0" algn="l">
              <a:lnSpc>
                <a:spcPct val="90000"/>
              </a:lnSpc>
              <a:spcBef>
                <a:spcPts val="323"/>
              </a:spcBef>
              <a:spcAft>
                <a:spcPts val="0"/>
              </a:spcAft>
              <a:buNone/>
            </a:pPr>
            <a:r>
              <a:rPr lang="en-US" sz="1396">
                <a:solidFill>
                  <a:srgbClr val="000000"/>
                </a:solidFill>
                <a:latin typeface="Calibri"/>
                <a:ea typeface="Calibri"/>
                <a:cs typeface="Calibri"/>
                <a:sym typeface="Calibri"/>
              </a:rPr>
              <a:t>Journals</a:t>
            </a:r>
            <a:endParaRPr sz="1396">
              <a:solidFill>
                <a:schemeClr val="dk1"/>
              </a:solidFill>
              <a:latin typeface="Arial"/>
              <a:ea typeface="Arial"/>
              <a:cs typeface="Arial"/>
              <a:sym typeface="Arial"/>
            </a:endParaRPr>
          </a:p>
          <a:p>
            <a:pPr indent="0" lvl="1" marL="230883" marR="0" rtl="0" algn="l">
              <a:lnSpc>
                <a:spcPct val="90000"/>
              </a:lnSpc>
              <a:spcBef>
                <a:spcPts val="283"/>
              </a:spcBef>
              <a:spcAft>
                <a:spcPts val="0"/>
              </a:spcAft>
              <a:buNone/>
            </a:pPr>
            <a:r>
              <a:rPr b="0" i="0" lang="en-US" sz="1221" u="none" cap="none" strike="noStrike">
                <a:solidFill>
                  <a:srgbClr val="000000"/>
                </a:solidFill>
                <a:latin typeface="Calibri"/>
                <a:ea typeface="Calibri"/>
                <a:cs typeface="Calibri"/>
                <a:sym typeface="Calibri"/>
              </a:rPr>
              <a:t>IEEE Transactions</a:t>
            </a:r>
            <a:endParaRPr b="0" i="0" sz="1221" u="none" cap="none" strike="noStrike">
              <a:solidFill>
                <a:schemeClr val="dk1"/>
              </a:solidFill>
              <a:latin typeface="Arial"/>
              <a:ea typeface="Arial"/>
              <a:cs typeface="Arial"/>
              <a:sym typeface="Arial"/>
            </a:endParaRPr>
          </a:p>
          <a:p>
            <a:pPr indent="0" lvl="1" marL="230883" marR="0" rtl="0" algn="l">
              <a:lnSpc>
                <a:spcPct val="90000"/>
              </a:lnSpc>
              <a:spcBef>
                <a:spcPts val="283"/>
              </a:spcBef>
              <a:spcAft>
                <a:spcPts val="0"/>
              </a:spcAft>
              <a:buNone/>
            </a:pPr>
            <a:r>
              <a:rPr b="0" i="0" lang="en-US" sz="1221" u="none" cap="none" strike="noStrike">
                <a:solidFill>
                  <a:srgbClr val="000000"/>
                </a:solidFill>
                <a:latin typeface="Calibri"/>
                <a:ea typeface="Calibri"/>
                <a:cs typeface="Calibri"/>
                <a:sym typeface="Calibri"/>
              </a:rPr>
              <a:t>Elsevier</a:t>
            </a:r>
            <a:endParaRPr b="0" i="0" sz="1221" u="none" cap="none" strike="noStrike">
              <a:solidFill>
                <a:schemeClr val="dk1"/>
              </a:solidFill>
              <a:latin typeface="Arial"/>
              <a:ea typeface="Arial"/>
              <a:cs typeface="Arial"/>
              <a:sym typeface="Arial"/>
            </a:endParaRPr>
          </a:p>
          <a:p>
            <a:pPr indent="0" lvl="1" marL="230883" marR="0" rtl="0" algn="l">
              <a:lnSpc>
                <a:spcPct val="90000"/>
              </a:lnSpc>
              <a:spcBef>
                <a:spcPts val="283"/>
              </a:spcBef>
              <a:spcAft>
                <a:spcPts val="0"/>
              </a:spcAft>
              <a:buNone/>
            </a:pPr>
            <a:r>
              <a:rPr b="0" i="0" lang="en-US" sz="1221" u="none" cap="none" strike="noStrike">
                <a:solidFill>
                  <a:srgbClr val="000000"/>
                </a:solidFill>
                <a:latin typeface="Calibri"/>
                <a:ea typeface="Calibri"/>
                <a:cs typeface="Calibri"/>
                <a:sym typeface="Calibri"/>
              </a:rPr>
              <a:t>Springer</a:t>
            </a:r>
            <a:endParaRPr b="0" i="0" sz="1221" u="none" cap="none" strike="noStrike">
              <a:solidFill>
                <a:schemeClr val="dk1"/>
              </a:solidFill>
              <a:latin typeface="Arial"/>
              <a:ea typeface="Arial"/>
              <a:cs typeface="Arial"/>
              <a:sym typeface="Arial"/>
            </a:endParaRPr>
          </a:p>
          <a:p>
            <a:pPr indent="0" lvl="1" marL="230883" marR="0" rtl="0" algn="l">
              <a:lnSpc>
                <a:spcPct val="90000"/>
              </a:lnSpc>
              <a:spcBef>
                <a:spcPts val="283"/>
              </a:spcBef>
              <a:spcAft>
                <a:spcPts val="0"/>
              </a:spcAft>
              <a:buNone/>
            </a:pPr>
            <a:r>
              <a:rPr b="0" i="0" lang="en-US" sz="1221" u="none" cap="none" strike="noStrike">
                <a:solidFill>
                  <a:srgbClr val="000000"/>
                </a:solidFill>
                <a:latin typeface="Calibri"/>
                <a:ea typeface="Calibri"/>
                <a:cs typeface="Calibri"/>
                <a:sym typeface="Calibri"/>
              </a:rPr>
              <a:t>EURASIP</a:t>
            </a:r>
            <a:endParaRPr b="0" i="0" sz="1221" u="none" cap="none" strike="noStrike">
              <a:solidFill>
                <a:schemeClr val="dk1"/>
              </a:solidFill>
              <a:latin typeface="Arial"/>
              <a:ea typeface="Arial"/>
              <a:cs typeface="Arial"/>
              <a:sym typeface="Arial"/>
            </a:endParaRPr>
          </a:p>
          <a:p>
            <a:pPr indent="0" lvl="1" marL="230883" marR="0" rtl="0" algn="l">
              <a:lnSpc>
                <a:spcPct val="90000"/>
              </a:lnSpc>
              <a:spcBef>
                <a:spcPts val="283"/>
              </a:spcBef>
              <a:spcAft>
                <a:spcPts val="0"/>
              </a:spcAft>
              <a:buNone/>
            </a:pPr>
            <a:r>
              <a:rPr b="0" i="0" lang="en-US" sz="1221" u="none" cap="none" strike="noStrike">
                <a:solidFill>
                  <a:srgbClr val="000000"/>
                </a:solidFill>
                <a:latin typeface="Calibri"/>
                <a:ea typeface="Calibri"/>
                <a:cs typeface="Calibri"/>
                <a:sym typeface="Calibri"/>
              </a:rPr>
              <a:t>MDPI </a:t>
            </a:r>
            <a:endParaRPr b="0" i="0" sz="1221" u="none" cap="none" strike="noStrike">
              <a:solidFill>
                <a:schemeClr val="dk1"/>
              </a:solidFill>
              <a:latin typeface="Arial"/>
              <a:ea typeface="Arial"/>
              <a:cs typeface="Arial"/>
              <a:sym typeface="Arial"/>
            </a:endParaRPr>
          </a:p>
          <a:p>
            <a:pPr indent="0" lvl="1" marL="230883" marR="0" rtl="0" algn="l">
              <a:lnSpc>
                <a:spcPct val="90000"/>
              </a:lnSpc>
              <a:spcBef>
                <a:spcPts val="283"/>
              </a:spcBef>
              <a:spcAft>
                <a:spcPts val="0"/>
              </a:spcAft>
              <a:buNone/>
            </a:pPr>
            <a:r>
              <a:rPr b="0" i="0" lang="en-US" sz="1221" u="none" cap="none" strike="noStrike">
                <a:solidFill>
                  <a:srgbClr val="000000"/>
                </a:solidFill>
                <a:latin typeface="Calibri"/>
                <a:ea typeface="Calibri"/>
                <a:cs typeface="Calibri"/>
                <a:sym typeface="Calibri"/>
              </a:rPr>
              <a:t>Others</a:t>
            </a:r>
            <a:endParaRPr b="0" i="0" sz="1221" u="none" cap="none" strike="noStrike">
              <a:solidFill>
                <a:schemeClr val="dk1"/>
              </a:solidFill>
              <a:latin typeface="Arial"/>
              <a:ea typeface="Arial"/>
              <a:cs typeface="Arial"/>
              <a:sym typeface="Arial"/>
            </a:endParaRPr>
          </a:p>
          <a:p>
            <a:pPr indent="0" lvl="2" marL="461404" marR="0" rtl="0" algn="l">
              <a:lnSpc>
                <a:spcPct val="90000"/>
              </a:lnSpc>
              <a:spcBef>
                <a:spcPts val="242"/>
              </a:spcBef>
              <a:spcAft>
                <a:spcPts val="0"/>
              </a:spcAft>
              <a:buNone/>
            </a:pPr>
            <a:r>
              <a:rPr b="0" i="0" lang="en-US" sz="1047" u="none" cap="none" strike="noStrike">
                <a:solidFill>
                  <a:srgbClr val="000000"/>
                </a:solidFill>
                <a:latin typeface="Calibri"/>
                <a:ea typeface="Calibri"/>
                <a:cs typeface="Calibri"/>
                <a:sym typeface="Calibri"/>
              </a:rPr>
              <a:t>ISI Indexed Journals with IF(</a:t>
            </a:r>
            <a:r>
              <a:rPr b="0" i="0" lang="en-US" sz="1047" u="none" cap="none" strike="noStrike">
                <a:solidFill>
                  <a:srgbClr val="FF0000"/>
                </a:solidFill>
                <a:latin typeface="Calibri"/>
                <a:ea typeface="Calibri"/>
                <a:cs typeface="Calibri"/>
                <a:sym typeface="Calibri"/>
              </a:rPr>
              <a:t>Preferably</a:t>
            </a:r>
            <a:r>
              <a:rPr b="0" i="0" lang="en-US" sz="1047" u="none" cap="none" strike="noStrike">
                <a:solidFill>
                  <a:srgbClr val="000000"/>
                </a:solidFill>
                <a:latin typeface="Calibri"/>
                <a:ea typeface="Calibri"/>
                <a:cs typeface="Calibri"/>
                <a:sym typeface="Calibri"/>
              </a:rPr>
              <a:t>)</a:t>
            </a:r>
            <a:endParaRPr b="0" i="0" sz="1047" u="none" cap="none" strike="noStrike">
              <a:solidFill>
                <a:schemeClr val="dk1"/>
              </a:solidFill>
              <a:latin typeface="Arial"/>
              <a:ea typeface="Arial"/>
              <a:cs typeface="Arial"/>
              <a:sym typeface="Arial"/>
            </a:endParaRPr>
          </a:p>
          <a:p>
            <a:pPr indent="0" lvl="2" marL="461404" marR="0" rtl="0" algn="l">
              <a:lnSpc>
                <a:spcPct val="90000"/>
              </a:lnSpc>
              <a:spcBef>
                <a:spcPts val="242"/>
              </a:spcBef>
              <a:spcAft>
                <a:spcPts val="0"/>
              </a:spcAft>
              <a:buNone/>
            </a:pPr>
            <a:r>
              <a:rPr b="0" i="0" lang="en-US" sz="1047" u="none" cap="none" strike="noStrike">
                <a:solidFill>
                  <a:srgbClr val="000000"/>
                </a:solidFill>
                <a:latin typeface="Calibri"/>
                <a:ea typeface="Calibri"/>
                <a:cs typeface="Calibri"/>
                <a:sym typeface="Calibri"/>
              </a:rPr>
              <a:t>Scopus Indexed Journals</a:t>
            </a:r>
            <a:endParaRPr b="0" i="0" sz="1047" u="none" cap="none" strike="noStrike">
              <a:solidFill>
                <a:schemeClr val="dk1"/>
              </a:solidFill>
              <a:latin typeface="Arial"/>
              <a:ea typeface="Arial"/>
              <a:cs typeface="Arial"/>
              <a:sym typeface="Arial"/>
            </a:endParaRPr>
          </a:p>
          <a:p>
            <a:pPr indent="0" lvl="2" marL="461404" marR="0" rtl="0" algn="l">
              <a:lnSpc>
                <a:spcPct val="90000"/>
              </a:lnSpc>
              <a:spcBef>
                <a:spcPts val="242"/>
              </a:spcBef>
              <a:spcAft>
                <a:spcPts val="0"/>
              </a:spcAft>
              <a:buNone/>
            </a:pPr>
            <a:r>
              <a:rPr b="0" i="0" lang="en-US" sz="1047" u="none" cap="none" strike="noStrike">
                <a:solidFill>
                  <a:srgbClr val="000000"/>
                </a:solidFill>
                <a:latin typeface="Calibri"/>
                <a:ea typeface="Calibri"/>
                <a:cs typeface="Calibri"/>
                <a:sym typeface="Calibri"/>
              </a:rPr>
              <a:t>URL: sci-hub</a:t>
            </a:r>
            <a:endParaRPr b="0" i="0" sz="1047"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t/>
            </a:r>
            <a:endParaRPr sz="1047">
              <a:solidFill>
                <a:schemeClr val="dk1"/>
              </a:solidFill>
              <a:latin typeface="Arial"/>
              <a:ea typeface="Arial"/>
              <a:cs typeface="Arial"/>
              <a:sym typeface="Arial"/>
            </a:endParaRPr>
          </a:p>
          <a:p>
            <a:pPr indent="0" lvl="0" marL="0" marR="0" rtl="0" algn="l">
              <a:lnSpc>
                <a:spcPct val="90000"/>
              </a:lnSpc>
              <a:spcBef>
                <a:spcPts val="323"/>
              </a:spcBef>
              <a:spcAft>
                <a:spcPts val="0"/>
              </a:spcAft>
              <a:buNone/>
            </a:pPr>
            <a:r>
              <a:t/>
            </a:r>
            <a:endParaRPr sz="1047">
              <a:solidFill>
                <a:schemeClr val="dk1"/>
              </a:solidFill>
              <a:latin typeface="Arial"/>
              <a:ea typeface="Arial"/>
              <a:cs typeface="Arial"/>
              <a:sym typeface="Arial"/>
            </a:endParaRPr>
          </a:p>
          <a:p>
            <a:pPr indent="0" lvl="0" marL="0" marR="0" rtl="0" algn="l">
              <a:lnSpc>
                <a:spcPct val="90000"/>
              </a:lnSpc>
              <a:spcBef>
                <a:spcPts val="323"/>
              </a:spcBef>
              <a:spcAft>
                <a:spcPts val="0"/>
              </a:spcAft>
              <a:buNone/>
            </a:pPr>
            <a:r>
              <a:t/>
            </a:r>
            <a:endParaRPr sz="1047">
              <a:solidFill>
                <a:schemeClr val="dk1"/>
              </a:solidFill>
              <a:latin typeface="Arial"/>
              <a:ea typeface="Arial"/>
              <a:cs typeface="Arial"/>
              <a:sym typeface="Arial"/>
            </a:endParaRPr>
          </a:p>
        </p:txBody>
      </p:sp>
      <p:pic>
        <p:nvPicPr>
          <p:cNvPr id="753" name="Google Shape;753;p45"/>
          <p:cNvPicPr preferRelativeResize="0"/>
          <p:nvPr/>
        </p:nvPicPr>
        <p:blipFill rotWithShape="1">
          <a:blip r:embed="rId3">
            <a:alphaModFix/>
          </a:blip>
          <a:srcRect b="0" l="0" r="0" t="0"/>
          <a:stretch/>
        </p:blipFill>
        <p:spPr>
          <a:xfrm>
            <a:off x="3688080" y="808355"/>
            <a:ext cx="921657" cy="691152"/>
          </a:xfrm>
          <a:prstGeom prst="rect">
            <a:avLst/>
          </a:prstGeom>
          <a:noFill/>
          <a:ln>
            <a:noFill/>
          </a:ln>
        </p:spPr>
      </p:pic>
      <p:pic>
        <p:nvPicPr>
          <p:cNvPr id="754" name="Google Shape;754;p45"/>
          <p:cNvPicPr preferRelativeResize="0"/>
          <p:nvPr/>
        </p:nvPicPr>
        <p:blipFill rotWithShape="1">
          <a:blip r:embed="rId4">
            <a:alphaModFix/>
          </a:blip>
          <a:srcRect b="0" l="0" r="0" t="0"/>
          <a:stretch/>
        </p:blipFill>
        <p:spPr>
          <a:xfrm>
            <a:off x="2036067" y="885129"/>
            <a:ext cx="1773800" cy="614378"/>
          </a:xfrm>
          <a:prstGeom prst="rect">
            <a:avLst/>
          </a:prstGeom>
          <a:noFill/>
          <a:ln>
            <a:noFill/>
          </a:ln>
        </p:spPr>
      </p:pic>
      <p:pic>
        <p:nvPicPr>
          <p:cNvPr id="755" name="Google Shape;755;p45"/>
          <p:cNvPicPr preferRelativeResize="0"/>
          <p:nvPr/>
        </p:nvPicPr>
        <p:blipFill rotWithShape="1">
          <a:blip r:embed="rId5">
            <a:alphaModFix/>
          </a:blip>
          <a:srcRect b="0" l="0" r="0" t="0"/>
          <a:stretch/>
        </p:blipFill>
        <p:spPr>
          <a:xfrm>
            <a:off x="3832191" y="1691897"/>
            <a:ext cx="636702" cy="844883"/>
          </a:xfrm>
          <a:prstGeom prst="rect">
            <a:avLst/>
          </a:prstGeom>
          <a:noFill/>
          <a:ln>
            <a:noFill/>
          </a:ln>
        </p:spPr>
      </p:pic>
      <p:pic>
        <p:nvPicPr>
          <p:cNvPr id="756" name="Google Shape;756;p45"/>
          <p:cNvPicPr preferRelativeResize="0"/>
          <p:nvPr/>
        </p:nvPicPr>
        <p:blipFill rotWithShape="1">
          <a:blip r:embed="rId6">
            <a:alphaModFix/>
          </a:blip>
          <a:srcRect b="0" l="0" r="0" t="0"/>
          <a:stretch/>
        </p:blipFill>
        <p:spPr>
          <a:xfrm>
            <a:off x="2036067" y="1730375"/>
            <a:ext cx="1371777" cy="767927"/>
          </a:xfrm>
          <a:prstGeom prst="rect">
            <a:avLst/>
          </a:prstGeom>
          <a:noFill/>
          <a:ln>
            <a:noFill/>
          </a:ln>
        </p:spPr>
      </p:pic>
      <p:pic>
        <p:nvPicPr>
          <p:cNvPr descr="Promote Academic Integrity | Improve Student Outcomes | Turnitin" id="757" name="Google Shape;757;p45"/>
          <p:cNvPicPr preferRelativeResize="0"/>
          <p:nvPr/>
        </p:nvPicPr>
        <p:blipFill rotWithShape="1">
          <a:blip r:embed="rId7">
            <a:alphaModFix/>
          </a:blip>
          <a:srcRect b="0" l="0" r="0" t="0"/>
          <a:stretch/>
        </p:blipFill>
        <p:spPr>
          <a:xfrm>
            <a:off x="2981275" y="2627948"/>
            <a:ext cx="1371777" cy="81401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46"/>
          <p:cNvSpPr txBox="1"/>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marR="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Assessment</a:t>
            </a:r>
            <a:endParaRPr sz="1400">
              <a:solidFill>
                <a:schemeClr val="accent1"/>
              </a:solidFill>
              <a:latin typeface="Trebuchet MS"/>
              <a:ea typeface="Trebuchet MS"/>
              <a:cs typeface="Trebuchet MS"/>
              <a:sym typeface="Trebuchet MS"/>
            </a:endParaRPr>
          </a:p>
        </p:txBody>
      </p:sp>
      <p:pic>
        <p:nvPicPr>
          <p:cNvPr id="763" name="Google Shape;763;p46"/>
          <p:cNvPicPr preferRelativeResize="0"/>
          <p:nvPr/>
        </p:nvPicPr>
        <p:blipFill rotWithShape="1">
          <a:blip r:embed="rId3">
            <a:alphaModFix/>
          </a:blip>
          <a:srcRect b="0" l="0" r="0" t="0"/>
          <a:stretch/>
        </p:blipFill>
        <p:spPr>
          <a:xfrm>
            <a:off x="281089" y="1703679"/>
            <a:ext cx="65265" cy="65265"/>
          </a:xfrm>
          <a:prstGeom prst="rect">
            <a:avLst/>
          </a:prstGeom>
          <a:noFill/>
          <a:ln>
            <a:noFill/>
          </a:ln>
        </p:spPr>
      </p:pic>
      <p:sp>
        <p:nvSpPr>
          <p:cNvPr id="764" name="Google Shape;764;p46"/>
          <p:cNvSpPr txBox="1"/>
          <p:nvPr>
            <p:ph type="title"/>
          </p:nvPr>
        </p:nvSpPr>
        <p:spPr>
          <a:xfrm>
            <a:off x="402932" y="1620226"/>
            <a:ext cx="3698240" cy="19177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n-US"/>
              <a:t>Need descriptors for P/A characteristics and associated rubrics.</a:t>
            </a:r>
            <a:endParaRPr/>
          </a:p>
        </p:txBody>
      </p:sp>
      <p:sp>
        <p:nvSpPr>
          <p:cNvPr id="765" name="Google Shape;765;p46"/>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766" name="Google Shape;766;p46"/>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Tree>
  </p:cSld>
  <p:clrMapOvr>
    <a:masterClrMapping/>
  </p:clrMapOvr>
  <p:transition>
    <p:cut/>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47"/>
          <p:cNvSpPr txBox="1"/>
          <p:nvPr/>
        </p:nvSpPr>
        <p:spPr>
          <a:xfrm>
            <a:off x="0" y="140017"/>
            <a:ext cx="4608195" cy="293029"/>
          </a:xfrm>
          <a:prstGeom prst="rect">
            <a:avLst/>
          </a:prstGeom>
          <a:solidFill>
            <a:srgbClr val="F2F2F2"/>
          </a:solidFill>
          <a:ln>
            <a:noFill/>
          </a:ln>
        </p:spPr>
        <p:txBody>
          <a:bodyPr anchorCtr="0" anchor="t" bIns="0" lIns="0" spcFirstLastPara="1" rIns="0" wrap="square" tIns="76825">
            <a:spAutoFit/>
          </a:bodyPr>
          <a:lstStyle/>
          <a:p>
            <a:pPr indent="0" lvl="0" marL="107950" marR="0" rtl="0" algn="l">
              <a:lnSpc>
                <a:spcPct val="100000"/>
              </a:lnSpc>
              <a:spcBef>
                <a:spcPts val="0"/>
              </a:spcBef>
              <a:spcAft>
                <a:spcPts val="0"/>
              </a:spcAft>
              <a:buNone/>
            </a:pPr>
            <a:r>
              <a:rPr lang="en-US" sz="1400">
                <a:solidFill>
                  <a:schemeClr val="accent1"/>
                </a:solidFill>
                <a:latin typeface="Trebuchet MS"/>
                <a:ea typeface="Trebuchet MS"/>
                <a:cs typeface="Trebuchet MS"/>
                <a:sym typeface="Trebuchet MS"/>
              </a:rPr>
              <a:t>End of Session</a:t>
            </a:r>
            <a:endParaRPr sz="1400">
              <a:solidFill>
                <a:schemeClr val="accent1"/>
              </a:solidFill>
              <a:latin typeface="Trebuchet MS"/>
              <a:ea typeface="Trebuchet MS"/>
              <a:cs typeface="Trebuchet MS"/>
              <a:sym typeface="Trebuchet MS"/>
            </a:endParaRPr>
          </a:p>
        </p:txBody>
      </p:sp>
      <p:sp>
        <p:nvSpPr>
          <p:cNvPr id="772" name="Google Shape;772;p47"/>
          <p:cNvSpPr txBox="1"/>
          <p:nvPr>
            <p:ph idx="10" type="dt"/>
          </p:nvPr>
        </p:nvSpPr>
        <p:spPr>
          <a:xfrm>
            <a:off x="2963528" y="3334918"/>
            <a:ext cx="1072514" cy="102235"/>
          </a:xfrm>
          <a:prstGeom prst="rect">
            <a:avLst/>
          </a:prstGeom>
          <a:noFill/>
          <a:ln>
            <a:noFill/>
          </a:ln>
        </p:spPr>
        <p:txBody>
          <a:bodyPr anchorCtr="0" anchor="t" bIns="0" lIns="0" spcFirstLastPara="1" rIns="0" wrap="square" tIns="0">
            <a:spAutoFit/>
          </a:bodyPr>
          <a:lstStyle/>
          <a:p>
            <a:pPr indent="0" lvl="0" marL="12700" rtl="0" algn="l">
              <a:lnSpc>
                <a:spcPct val="112500"/>
              </a:lnSpc>
              <a:spcBef>
                <a:spcPts val="0"/>
              </a:spcBef>
              <a:spcAft>
                <a:spcPts val="0"/>
              </a:spcAft>
              <a:buNone/>
            </a:pPr>
            <a:r>
              <a:rPr lang="en-US"/>
              <a:t>Complex Engineering Problems</a:t>
            </a:r>
            <a:endParaRPr/>
          </a:p>
        </p:txBody>
      </p:sp>
      <p:sp>
        <p:nvSpPr>
          <p:cNvPr id="773" name="Google Shape;773;p47"/>
          <p:cNvSpPr txBox="1"/>
          <p:nvPr>
            <p:ph idx="12" type="sldNum"/>
          </p:nvPr>
        </p:nvSpPr>
        <p:spPr>
          <a:xfrm>
            <a:off x="4350013" y="3334918"/>
            <a:ext cx="157479" cy="102235"/>
          </a:xfrm>
          <a:prstGeom prst="rect">
            <a:avLst/>
          </a:prstGeom>
          <a:noFill/>
          <a:ln>
            <a:noFill/>
          </a:ln>
        </p:spPr>
        <p:txBody>
          <a:bodyPr anchorCtr="0" anchor="t" bIns="0" lIns="0" spcFirstLastPara="1" rIns="0" wrap="square" tIns="0">
            <a:spAutoFit/>
          </a:bodyPr>
          <a:lstStyle/>
          <a:p>
            <a:pPr indent="0" lvl="0" marL="38100" rtl="0" algn="l">
              <a:lnSpc>
                <a:spcPct val="112500"/>
              </a:lnSpc>
              <a:spcBef>
                <a:spcPts val="0"/>
              </a:spcBef>
              <a:spcAft>
                <a:spcPts val="0"/>
              </a:spcAft>
              <a:buNone/>
            </a:pPr>
            <a:fld id="{00000000-1234-1234-1234-123412341234}" type="slidenum">
              <a:rPr lang="en-US"/>
              <a:t>‹#›</a:t>
            </a:fld>
            <a:endParaRPr/>
          </a:p>
        </p:txBody>
      </p:sp>
      <p:sp>
        <p:nvSpPr>
          <p:cNvPr id="774" name="Google Shape;774;p47"/>
          <p:cNvSpPr txBox="1"/>
          <p:nvPr/>
        </p:nvSpPr>
        <p:spPr>
          <a:xfrm>
            <a:off x="821876" y="1672588"/>
            <a:ext cx="296444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Acknowledgment:</a:t>
            </a:r>
            <a:endParaRPr/>
          </a:p>
          <a:p>
            <a:pPr indent="-171450" lvl="0" marL="171450" marR="0" rtl="0" algn="l">
              <a:spcBef>
                <a:spcPts val="0"/>
              </a:spcBef>
              <a:spcAft>
                <a:spcPts val="0"/>
              </a:spcAft>
              <a:buClr>
                <a:schemeClr val="dk1"/>
              </a:buClr>
              <a:buSzPts val="1000"/>
              <a:buFont typeface="Arial"/>
              <a:buChar char="•"/>
            </a:pPr>
            <a:r>
              <a:rPr lang="en-US" sz="1000">
                <a:solidFill>
                  <a:schemeClr val="dk1"/>
                </a:solidFill>
                <a:latin typeface="Calibri"/>
                <a:ea typeface="Calibri"/>
                <a:cs typeface="Calibri"/>
                <a:sym typeface="Calibri"/>
              </a:rPr>
              <a:t>Prof Swakkhar Shatabda (BracU)</a:t>
            </a:r>
            <a:endParaRPr/>
          </a:p>
          <a:p>
            <a:pPr indent="-171450" lvl="0" marL="171450" marR="0" rtl="0" algn="l">
              <a:spcBef>
                <a:spcPts val="0"/>
              </a:spcBef>
              <a:spcAft>
                <a:spcPts val="0"/>
              </a:spcAft>
              <a:buClr>
                <a:schemeClr val="dk1"/>
              </a:buClr>
              <a:buSzPts val="1000"/>
              <a:buFont typeface="Arial"/>
              <a:buChar char="•"/>
            </a:pPr>
            <a:r>
              <a:rPr lang="en-US" sz="1000">
                <a:solidFill>
                  <a:schemeClr val="dk1"/>
                </a:solidFill>
                <a:latin typeface="Calibri"/>
                <a:ea typeface="Calibri"/>
                <a:cs typeface="Calibri"/>
                <a:sym typeface="Calibri"/>
              </a:rPr>
              <a:t>Prof Meghat (Board Member, BEM)</a:t>
            </a:r>
            <a:endParaRPr/>
          </a:p>
          <a:p>
            <a:pPr indent="-171450" lvl="0" marL="171450" marR="0" rtl="0" algn="l">
              <a:spcBef>
                <a:spcPts val="0"/>
              </a:spcBef>
              <a:spcAft>
                <a:spcPts val="0"/>
              </a:spcAft>
              <a:buClr>
                <a:schemeClr val="dk1"/>
              </a:buClr>
              <a:buSzPts val="1000"/>
              <a:buFont typeface="Arial"/>
              <a:buChar char="•"/>
            </a:pPr>
            <a:r>
              <a:rPr lang="en-US" sz="1000">
                <a:solidFill>
                  <a:schemeClr val="dk1"/>
                </a:solidFill>
                <a:latin typeface="Calibri"/>
                <a:ea typeface="Calibri"/>
                <a:cs typeface="Calibri"/>
                <a:sym typeface="Calibri"/>
              </a:rPr>
              <a:t>Prof AKM Muzahidul Islam (UIU)</a:t>
            </a:r>
            <a:endParaRPr/>
          </a:p>
        </p:txBody>
      </p:sp>
    </p:spTree>
  </p:cSld>
  <p:clrMapOvr>
    <a:masterClrMapping/>
  </p:clrMapOvr>
  <p:transition>
    <p:cut/>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2023-09-24T06:18:27Z</dcterms:created>
  <dc:creator>Swakkhar Shatabda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2023-09-19T00:00:00Z</vt:filetime>
  </property>
  <property fmtid="{D5CDD505-2E9C-101B-9397-08002B2CF9AE}" pid="3" name="Creator">
    <vt:lpwstr>LaTeX with Beamer class</vt:lpwstr>
  </property>
  <property fmtid="{D5CDD505-2E9C-101B-9397-08002B2CF9AE}" pid="4" name="LastSaved">
    <vt:filetime>2023-09-24T00:00:00Z</vt:filetime>
  </property>
</Properties>
</file>